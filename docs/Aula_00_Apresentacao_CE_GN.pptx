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264" r:id="rId4"/>
    <p:sldId id="266" r:id="rId5"/>
    <p:sldId id="267" r:id="rId6"/>
    <p:sldId id="270" r:id="rId7"/>
    <p:sldId id="268" r:id="rId8"/>
    <p:sldId id="269" r:id="rId9"/>
    <p:sldId id="271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C2EE1-0598-4F1F-AD21-C076986BA0F4}" v="2" dt="2025-07-24T18:52:18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01" d="100"/>
          <a:sy n="101" d="100"/>
        </p:scale>
        <p:origin x="12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Nunes Lopes" userId="8eacf352355886ee" providerId="LiveId" clId="{83920475-FA47-42B8-B49E-EAB49BD140CA}"/>
    <pc:docChg chg="undo custSel modSld">
      <pc:chgData name="Gabriela Nunes Lopes" userId="8eacf352355886ee" providerId="LiveId" clId="{83920475-FA47-42B8-B49E-EAB49BD140CA}" dt="2024-02-29T11:29:23.728" v="207" actId="6549"/>
      <pc:docMkLst>
        <pc:docMk/>
      </pc:docMkLst>
      <pc:sldChg chg="modSp mod">
        <pc:chgData name="Gabriela Nunes Lopes" userId="8eacf352355886ee" providerId="LiveId" clId="{83920475-FA47-42B8-B49E-EAB49BD140CA}" dt="2024-02-26T23:11:31.728" v="85" actId="207"/>
        <pc:sldMkLst>
          <pc:docMk/>
          <pc:sldMk cId="0" sldId="256"/>
        </pc:sldMkLst>
      </pc:sldChg>
      <pc:sldChg chg="modSp mod">
        <pc:chgData name="Gabriela Nunes Lopes" userId="8eacf352355886ee" providerId="LiveId" clId="{83920475-FA47-42B8-B49E-EAB49BD140CA}" dt="2024-02-29T11:29:23.728" v="207" actId="6549"/>
        <pc:sldMkLst>
          <pc:docMk/>
          <pc:sldMk cId="0" sldId="257"/>
        </pc:sldMkLst>
      </pc:sldChg>
      <pc:sldChg chg="modSp mod">
        <pc:chgData name="Gabriela Nunes Lopes" userId="8eacf352355886ee" providerId="LiveId" clId="{83920475-FA47-42B8-B49E-EAB49BD140CA}" dt="2024-02-29T11:29:04.088" v="206" actId="123"/>
        <pc:sldMkLst>
          <pc:docMk/>
          <pc:sldMk cId="853310626" sldId="264"/>
        </pc:sldMkLst>
      </pc:sldChg>
      <pc:sldChg chg="modSp mod">
        <pc:chgData name="Gabriela Nunes Lopes" userId="8eacf352355886ee" providerId="LiveId" clId="{83920475-FA47-42B8-B49E-EAB49BD140CA}" dt="2024-02-28T14:28:20.216" v="202" actId="20577"/>
        <pc:sldMkLst>
          <pc:docMk/>
          <pc:sldMk cId="1127492932" sldId="267"/>
        </pc:sldMkLst>
      </pc:sldChg>
      <pc:sldChg chg="modSp mod">
        <pc:chgData name="Gabriela Nunes Lopes" userId="8eacf352355886ee" providerId="LiveId" clId="{83920475-FA47-42B8-B49E-EAB49BD140CA}" dt="2024-02-26T23:15:48.188" v="174" actId="20577"/>
        <pc:sldMkLst>
          <pc:docMk/>
          <pc:sldMk cId="887727809" sldId="268"/>
        </pc:sldMkLst>
      </pc:sldChg>
      <pc:sldChg chg="addSp delSp modSp mod">
        <pc:chgData name="Gabriela Nunes Lopes" userId="8eacf352355886ee" providerId="LiveId" clId="{83920475-FA47-42B8-B49E-EAB49BD140CA}" dt="2024-02-26T23:17:19.697" v="188" actId="14100"/>
        <pc:sldMkLst>
          <pc:docMk/>
          <pc:sldMk cId="1964011590" sldId="270"/>
        </pc:sldMkLst>
      </pc:sldChg>
    </pc:docChg>
  </pc:docChgLst>
  <pc:docChgLst>
    <pc:chgData name="Gabriela Nunes Lopes" userId="8eacf352355886ee" providerId="LiveId" clId="{238A764F-B33A-4167-95EA-26A8D94DF87F}"/>
    <pc:docChg chg="undo custSel addSld delSld modSld">
      <pc:chgData name="Gabriela Nunes Lopes" userId="8eacf352355886ee" providerId="LiveId" clId="{238A764F-B33A-4167-95EA-26A8D94DF87F}" dt="2024-02-26T19:30:02.377" v="2040" actId="27636"/>
      <pc:docMkLst>
        <pc:docMk/>
      </pc:docMkLst>
      <pc:sldChg chg="addSp modSp mod">
        <pc:chgData name="Gabriela Nunes Lopes" userId="8eacf352355886ee" providerId="LiveId" clId="{238A764F-B33A-4167-95EA-26A8D94DF87F}" dt="2024-02-26T18:43:42.004" v="63" actId="1076"/>
        <pc:sldMkLst>
          <pc:docMk/>
          <pc:sldMk cId="0" sldId="256"/>
        </pc:sldMkLst>
      </pc:sldChg>
      <pc:sldChg chg="modSp mod">
        <pc:chgData name="Gabriela Nunes Lopes" userId="8eacf352355886ee" providerId="LiveId" clId="{238A764F-B33A-4167-95EA-26A8D94DF87F}" dt="2024-02-26T18:51:08.503" v="764" actId="207"/>
        <pc:sldMkLst>
          <pc:docMk/>
          <pc:sldMk cId="0" sldId="257"/>
        </pc:sldMkLst>
      </pc:sldChg>
      <pc:sldChg chg="del">
        <pc:chgData name="Gabriela Nunes Lopes" userId="8eacf352355886ee" providerId="LiveId" clId="{238A764F-B33A-4167-95EA-26A8D94DF87F}" dt="2024-02-26T18:50:53.114" v="763" actId="47"/>
        <pc:sldMkLst>
          <pc:docMk/>
          <pc:sldMk cId="0" sldId="258"/>
        </pc:sldMkLst>
      </pc:sldChg>
      <pc:sldChg chg="del">
        <pc:chgData name="Gabriela Nunes Lopes" userId="8eacf352355886ee" providerId="LiveId" clId="{238A764F-B33A-4167-95EA-26A8D94DF87F}" dt="2024-02-26T18:42:37.659" v="0" actId="47"/>
        <pc:sldMkLst>
          <pc:docMk/>
          <pc:sldMk cId="0" sldId="259"/>
        </pc:sldMkLst>
      </pc:sldChg>
      <pc:sldChg chg="del">
        <pc:chgData name="Gabriela Nunes Lopes" userId="8eacf352355886ee" providerId="LiveId" clId="{238A764F-B33A-4167-95EA-26A8D94DF87F}" dt="2024-02-26T18:42:37.659" v="0" actId="47"/>
        <pc:sldMkLst>
          <pc:docMk/>
          <pc:sldMk cId="0" sldId="260"/>
        </pc:sldMkLst>
      </pc:sldChg>
      <pc:sldChg chg="modSp del mod">
        <pc:chgData name="Gabriela Nunes Lopes" userId="8eacf352355886ee" providerId="LiveId" clId="{238A764F-B33A-4167-95EA-26A8D94DF87F}" dt="2024-02-26T19:22:49.764" v="1943" actId="47"/>
        <pc:sldMkLst>
          <pc:docMk/>
          <pc:sldMk cId="0" sldId="261"/>
        </pc:sldMkLst>
      </pc:sldChg>
      <pc:sldChg chg="del">
        <pc:chgData name="Gabriela Nunes Lopes" userId="8eacf352355886ee" providerId="LiveId" clId="{238A764F-B33A-4167-95EA-26A8D94DF87F}" dt="2024-02-26T19:22:54.336" v="1944" actId="47"/>
        <pc:sldMkLst>
          <pc:docMk/>
          <pc:sldMk cId="3807684995" sldId="263"/>
        </pc:sldMkLst>
      </pc:sldChg>
      <pc:sldChg chg="modSp new mod">
        <pc:chgData name="Gabriela Nunes Lopes" userId="8eacf352355886ee" providerId="LiveId" clId="{238A764F-B33A-4167-95EA-26A8D94DF87F}" dt="2024-02-26T19:19:57.739" v="1940" actId="20577"/>
        <pc:sldMkLst>
          <pc:docMk/>
          <pc:sldMk cId="853310626" sldId="264"/>
        </pc:sldMkLst>
      </pc:sldChg>
      <pc:sldChg chg="new del">
        <pc:chgData name="Gabriela Nunes Lopes" userId="8eacf352355886ee" providerId="LiveId" clId="{238A764F-B33A-4167-95EA-26A8D94DF87F}" dt="2024-02-26T18:49:56.222" v="762" actId="47"/>
        <pc:sldMkLst>
          <pc:docMk/>
          <pc:sldMk cId="558230716" sldId="265"/>
        </pc:sldMkLst>
      </pc:sldChg>
      <pc:sldChg chg="modSp add mod">
        <pc:chgData name="Gabriela Nunes Lopes" userId="8eacf352355886ee" providerId="LiveId" clId="{238A764F-B33A-4167-95EA-26A8D94DF87F}" dt="2024-02-26T19:20:11.285" v="1941" actId="20577"/>
        <pc:sldMkLst>
          <pc:docMk/>
          <pc:sldMk cId="2482204830" sldId="266"/>
        </pc:sldMkLst>
      </pc:sldChg>
      <pc:sldChg chg="modSp add mod">
        <pc:chgData name="Gabriela Nunes Lopes" userId="8eacf352355886ee" providerId="LiveId" clId="{238A764F-B33A-4167-95EA-26A8D94DF87F}" dt="2024-02-26T19:20:24.296" v="1942" actId="20577"/>
        <pc:sldMkLst>
          <pc:docMk/>
          <pc:sldMk cId="1127492932" sldId="267"/>
        </pc:sldMkLst>
      </pc:sldChg>
      <pc:sldChg chg="modSp add mod">
        <pc:chgData name="Gabriela Nunes Lopes" userId="8eacf352355886ee" providerId="LiveId" clId="{238A764F-B33A-4167-95EA-26A8D94DF87F}" dt="2024-02-26T19:30:02.377" v="2040" actId="27636"/>
        <pc:sldMkLst>
          <pc:docMk/>
          <pc:sldMk cId="887727809" sldId="268"/>
        </pc:sldMkLst>
      </pc:sldChg>
      <pc:sldChg chg="modSp add mod">
        <pc:chgData name="Gabriela Nunes Lopes" userId="8eacf352355886ee" providerId="LiveId" clId="{238A764F-B33A-4167-95EA-26A8D94DF87F}" dt="2024-02-26T19:00:44.291" v="1900" actId="20577"/>
        <pc:sldMkLst>
          <pc:docMk/>
          <pc:sldMk cId="2002521194" sldId="269"/>
        </pc:sldMkLst>
      </pc:sldChg>
      <pc:sldChg chg="addSp delSp modSp add mod">
        <pc:chgData name="Gabriela Nunes Lopes" userId="8eacf352355886ee" providerId="LiveId" clId="{238A764F-B33A-4167-95EA-26A8D94DF87F}" dt="2024-02-26T19:04:25.048" v="1939" actId="1076"/>
        <pc:sldMkLst>
          <pc:docMk/>
          <pc:sldMk cId="1964011590" sldId="270"/>
        </pc:sldMkLst>
      </pc:sldChg>
      <pc:sldChg chg="addSp delSp modSp add mod modClrScheme chgLayout">
        <pc:chgData name="Gabriela Nunes Lopes" userId="8eacf352355886ee" providerId="LiveId" clId="{238A764F-B33A-4167-95EA-26A8D94DF87F}" dt="2024-02-26T19:24:08.576" v="2031" actId="20577"/>
        <pc:sldMkLst>
          <pc:docMk/>
          <pc:sldMk cId="1545916917" sldId="271"/>
        </pc:sldMkLst>
      </pc:sldChg>
      <pc:sldChg chg="modSp new del mod">
        <pc:chgData name="Gabriela Nunes Lopes" userId="8eacf352355886ee" providerId="LiveId" clId="{238A764F-B33A-4167-95EA-26A8D94DF87F}" dt="2024-02-26T19:23:03.540" v="1950" actId="47"/>
        <pc:sldMkLst>
          <pc:docMk/>
          <pc:sldMk cId="2722107829" sldId="271"/>
        </pc:sldMkLst>
      </pc:sldChg>
    </pc:docChg>
  </pc:docChgLst>
  <pc:docChgLst>
    <pc:chgData name="Gabriela Nunes Lopes" userId="8eacf352355886ee" providerId="LiveId" clId="{43EEA10B-38EA-45C5-99B3-61BF369060AB}"/>
    <pc:docChg chg="custSel modSld">
      <pc:chgData name="Gabriela Nunes Lopes" userId="8eacf352355886ee" providerId="LiveId" clId="{43EEA10B-38EA-45C5-99B3-61BF369060AB}" dt="2024-09-07T14:05:07.930" v="239" actId="20577"/>
      <pc:docMkLst>
        <pc:docMk/>
      </pc:docMkLst>
      <pc:sldChg chg="modSp mod">
        <pc:chgData name="Gabriela Nunes Lopes" userId="8eacf352355886ee" providerId="LiveId" clId="{43EEA10B-38EA-45C5-99B3-61BF369060AB}" dt="2024-09-07T13:59:58.913" v="0" actId="20577"/>
        <pc:sldMkLst>
          <pc:docMk/>
          <pc:sldMk cId="853310626" sldId="264"/>
        </pc:sldMkLst>
      </pc:sldChg>
      <pc:sldChg chg="modSp mod">
        <pc:chgData name="Gabriela Nunes Lopes" userId="8eacf352355886ee" providerId="LiveId" clId="{43EEA10B-38EA-45C5-99B3-61BF369060AB}" dt="2024-09-07T14:02:16.285" v="86" actId="20577"/>
        <pc:sldMkLst>
          <pc:docMk/>
          <pc:sldMk cId="1127492932" sldId="267"/>
        </pc:sldMkLst>
      </pc:sldChg>
      <pc:sldChg chg="modSp mod">
        <pc:chgData name="Gabriela Nunes Lopes" userId="8eacf352355886ee" providerId="LiveId" clId="{43EEA10B-38EA-45C5-99B3-61BF369060AB}" dt="2024-09-07T14:00:49.989" v="4" actId="20577"/>
        <pc:sldMkLst>
          <pc:docMk/>
          <pc:sldMk cId="887727809" sldId="268"/>
        </pc:sldMkLst>
      </pc:sldChg>
      <pc:sldChg chg="delSp modSp mod">
        <pc:chgData name="Gabriela Nunes Lopes" userId="8eacf352355886ee" providerId="LiveId" clId="{43EEA10B-38EA-45C5-99B3-61BF369060AB}" dt="2024-09-07T14:05:07.930" v="239" actId="20577"/>
        <pc:sldMkLst>
          <pc:docMk/>
          <pc:sldMk cId="1964011590" sldId="270"/>
        </pc:sldMkLst>
      </pc:sldChg>
    </pc:docChg>
  </pc:docChgLst>
  <pc:docChgLst>
    <pc:chgData name="Gabriela Nunes Lopes" userId="8eacf352355886ee" providerId="LiveId" clId="{F29C2EE1-0598-4F1F-AD21-C076986BA0F4}"/>
    <pc:docChg chg="undo custSel delSld modSld sldOrd">
      <pc:chgData name="Gabriela Nunes Lopes" userId="8eacf352355886ee" providerId="LiveId" clId="{F29C2EE1-0598-4F1F-AD21-C076986BA0F4}" dt="2025-08-21T16:19:00.427" v="195" actId="20577"/>
      <pc:docMkLst>
        <pc:docMk/>
      </pc:docMkLst>
      <pc:sldChg chg="modSp mod">
        <pc:chgData name="Gabriela Nunes Lopes" userId="8eacf352355886ee" providerId="LiveId" clId="{F29C2EE1-0598-4F1F-AD21-C076986BA0F4}" dt="2025-08-08T13:34:36.306" v="152" actId="20577"/>
        <pc:sldMkLst>
          <pc:docMk/>
          <pc:sldMk cId="0" sldId="256"/>
        </pc:sldMkLst>
        <pc:spChg chg="mod">
          <ac:chgData name="Gabriela Nunes Lopes" userId="8eacf352355886ee" providerId="LiveId" clId="{F29C2EE1-0598-4F1F-AD21-C076986BA0F4}" dt="2025-08-08T13:34:36.306" v="152" actId="20577"/>
          <ac:spMkLst>
            <pc:docMk/>
            <pc:sldMk cId="0" sldId="256"/>
            <ac:spMk id="88" creationId="{00000000-0000-0000-0000-000000000000}"/>
          </ac:spMkLst>
        </pc:spChg>
      </pc:sldChg>
      <pc:sldChg chg="del">
        <pc:chgData name="Gabriela Nunes Lopes" userId="8eacf352355886ee" providerId="LiveId" clId="{F29C2EE1-0598-4F1F-AD21-C076986BA0F4}" dt="2025-08-08T13:34:54.809" v="153" actId="47"/>
        <pc:sldMkLst>
          <pc:docMk/>
          <pc:sldMk cId="0" sldId="257"/>
        </pc:sldMkLst>
      </pc:sldChg>
      <pc:sldChg chg="modSp mod">
        <pc:chgData name="Gabriela Nunes Lopes" userId="8eacf352355886ee" providerId="LiveId" clId="{F29C2EE1-0598-4F1F-AD21-C076986BA0F4}" dt="2025-07-24T18:48:01.835" v="0" actId="20577"/>
        <pc:sldMkLst>
          <pc:docMk/>
          <pc:sldMk cId="2482204830" sldId="266"/>
        </pc:sldMkLst>
        <pc:spChg chg="mod">
          <ac:chgData name="Gabriela Nunes Lopes" userId="8eacf352355886ee" providerId="LiveId" clId="{F29C2EE1-0598-4F1F-AD21-C076986BA0F4}" dt="2025-07-24T18:48:01.835" v="0" actId="20577"/>
          <ac:spMkLst>
            <pc:docMk/>
            <pc:sldMk cId="2482204830" sldId="266"/>
            <ac:spMk id="3" creationId="{A17E838D-95F2-3414-59B5-C1A48CABEEFA}"/>
          </ac:spMkLst>
        </pc:spChg>
      </pc:sldChg>
      <pc:sldChg chg="modSp mod">
        <pc:chgData name="Gabriela Nunes Lopes" userId="8eacf352355886ee" providerId="LiveId" clId="{F29C2EE1-0598-4F1F-AD21-C076986BA0F4}" dt="2025-07-24T18:49:12.386" v="64" actId="20577"/>
        <pc:sldMkLst>
          <pc:docMk/>
          <pc:sldMk cId="1127492932" sldId="267"/>
        </pc:sldMkLst>
        <pc:spChg chg="mod">
          <ac:chgData name="Gabriela Nunes Lopes" userId="8eacf352355886ee" providerId="LiveId" clId="{F29C2EE1-0598-4F1F-AD21-C076986BA0F4}" dt="2025-07-24T18:49:12.386" v="64" actId="20577"/>
          <ac:spMkLst>
            <pc:docMk/>
            <pc:sldMk cId="1127492932" sldId="267"/>
            <ac:spMk id="90" creationId="{E4F88520-95E8-04E9-658A-FEC8C3715021}"/>
          </ac:spMkLst>
        </pc:spChg>
      </pc:sldChg>
      <pc:sldChg chg="addSp modSp mod">
        <pc:chgData name="Gabriela Nunes Lopes" userId="8eacf352355886ee" providerId="LiveId" clId="{F29C2EE1-0598-4F1F-AD21-C076986BA0F4}" dt="2025-08-21T16:19:00.427" v="195" actId="20577"/>
        <pc:sldMkLst>
          <pc:docMk/>
          <pc:sldMk cId="887727809" sldId="268"/>
        </pc:sldMkLst>
        <pc:spChg chg="mod">
          <ac:chgData name="Gabriela Nunes Lopes" userId="8eacf352355886ee" providerId="LiveId" clId="{F29C2EE1-0598-4F1F-AD21-C076986BA0F4}" dt="2025-08-21T16:19:00.427" v="195" actId="20577"/>
          <ac:spMkLst>
            <pc:docMk/>
            <pc:sldMk cId="887727809" sldId="268"/>
            <ac:spMk id="90" creationId="{02661ABB-09D0-A23E-1C84-DC1E1F76C622}"/>
          </ac:spMkLst>
        </pc:spChg>
        <pc:graphicFrameChg chg="add mod modGraphic">
          <ac:chgData name="Gabriela Nunes Lopes" userId="8eacf352355886ee" providerId="LiveId" clId="{F29C2EE1-0598-4F1F-AD21-C076986BA0F4}" dt="2025-08-21T16:18:58.269" v="193" actId="6549"/>
          <ac:graphicFrameMkLst>
            <pc:docMk/>
            <pc:sldMk cId="887727809" sldId="268"/>
            <ac:graphicFrameMk id="2" creationId="{A8683718-6F9D-A754-3C81-7DD323631AF1}"/>
          </ac:graphicFrameMkLst>
        </pc:graphicFrameChg>
      </pc:sldChg>
      <pc:sldChg chg="addSp modSp mod ord">
        <pc:chgData name="Gabriela Nunes Lopes" userId="8eacf352355886ee" providerId="LiveId" clId="{F29C2EE1-0598-4F1F-AD21-C076986BA0F4}" dt="2025-07-24T18:52:59.653" v="126" actId="122"/>
        <pc:sldMkLst>
          <pc:docMk/>
          <pc:sldMk cId="1964011590" sldId="270"/>
        </pc:sldMkLst>
        <pc:spChg chg="mod">
          <ac:chgData name="Gabriela Nunes Lopes" userId="8eacf352355886ee" providerId="LiveId" clId="{F29C2EE1-0598-4F1F-AD21-C076986BA0F4}" dt="2025-07-24T18:51:36.554" v="114" actId="20577"/>
          <ac:spMkLst>
            <pc:docMk/>
            <pc:sldMk cId="1964011590" sldId="270"/>
            <ac:spMk id="90" creationId="{811516D9-AB0A-EEBA-7DE2-B8CBBECCB4BE}"/>
          </ac:spMkLst>
        </pc:spChg>
        <pc:graphicFrameChg chg="add mod modGraphic">
          <ac:chgData name="Gabriela Nunes Lopes" userId="8eacf352355886ee" providerId="LiveId" clId="{F29C2EE1-0598-4F1F-AD21-C076986BA0F4}" dt="2025-07-24T18:52:59.653" v="126" actId="122"/>
          <ac:graphicFrameMkLst>
            <pc:docMk/>
            <pc:sldMk cId="1964011590" sldId="270"/>
            <ac:graphicFrameMk id="2" creationId="{384D9588-96C3-806C-89F2-04F4DCE04DF5}"/>
          </ac:graphicFrameMkLst>
        </pc:graphicFrameChg>
      </pc:sldChg>
      <pc:sldChg chg="modSp mod">
        <pc:chgData name="Gabriela Nunes Lopes" userId="8eacf352355886ee" providerId="LiveId" clId="{F29C2EE1-0598-4F1F-AD21-C076986BA0F4}" dt="2025-08-08T13:35:56.088" v="191" actId="20577"/>
        <pc:sldMkLst>
          <pc:docMk/>
          <pc:sldMk cId="1545916917" sldId="271"/>
        </pc:sldMkLst>
        <pc:spChg chg="mod">
          <ac:chgData name="Gabriela Nunes Lopes" userId="8eacf352355886ee" providerId="LiveId" clId="{F29C2EE1-0598-4F1F-AD21-C076986BA0F4}" dt="2025-08-08T13:35:56.088" v="191" actId="20577"/>
          <ac:spMkLst>
            <pc:docMk/>
            <pc:sldMk cId="1545916917" sldId="271"/>
            <ac:spMk id="2" creationId="{1E181EAC-6531-6A68-A88D-63E222147E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mover o slide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Clique para editar o formato de notas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8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8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521E051-C29E-48BE-A4BA-90E6AC988936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26" descr="D:\users\Cesar\puc\Una\fundo.bmp"/>
          <p:cNvPicPr/>
          <p:nvPr/>
        </p:nvPicPr>
        <p:blipFill>
          <a:blip r:embed="rId14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 descr="D:\users\Cesar\puc\Una\fundo.bmp"/>
          <p:cNvPicPr/>
          <p:nvPr/>
        </p:nvPicPr>
        <p:blipFill>
          <a:blip r:embed="rId14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ln w="0">
            <a:noFill/>
          </a:ln>
        </p:spPr>
      </p:pic>
      <p:sp>
        <p:nvSpPr>
          <p:cNvPr id="40" name="CaixaDeTexto 1"/>
          <p:cNvSpPr/>
          <p:nvPr/>
        </p:nvSpPr>
        <p:spPr>
          <a:xfrm>
            <a:off x="156600" y="6608880"/>
            <a:ext cx="1014120" cy="275760"/>
          </a:xfrm>
          <a:custGeom>
            <a:avLst/>
            <a:gdLst>
              <a:gd name="textAreaLeft" fmla="*/ 0 w 1014120"/>
              <a:gd name="textAreaRight" fmla="*/ 1014480 w 1014120"/>
              <a:gd name="textAreaTop" fmla="*/ 0 h 275760"/>
              <a:gd name="textAreaBottom" fmla="*/ 276120 h 2757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200" b="0" i="1" strike="noStrike" spc="-1">
                <a:solidFill>
                  <a:srgbClr val="000000"/>
                </a:solidFill>
                <a:latin typeface="Symbol"/>
                <a:ea typeface="Symbol"/>
              </a:rPr>
              <a:t></a:t>
            </a:r>
            <a:r>
              <a:rPr lang="pt-BR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Raquel Mini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6"/>
          <p:cNvSpPr/>
          <p:nvPr/>
        </p:nvSpPr>
        <p:spPr>
          <a:xfrm>
            <a:off x="8675640" y="6524640"/>
            <a:ext cx="718200" cy="456120"/>
          </a:xfrm>
          <a:custGeom>
            <a:avLst/>
            <a:gdLst>
              <a:gd name="textAreaLeft" fmla="*/ 0 w 718200"/>
              <a:gd name="textAreaRight" fmla="*/ 718560 w 718200"/>
              <a:gd name="textAreaTop" fmla="*/ 0 h 456120"/>
              <a:gd name="textAreaBottom" fmla="*/ 456480 h 4561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C1CE7A0-E442-494B-873B-2883C60C3FB6}" type="slidenum">
              <a:rPr lang="en-US" sz="11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‹nº›</a:t>
            </a:fld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6"/>
          <p:cNvSpPr/>
          <p:nvPr/>
        </p:nvSpPr>
        <p:spPr>
          <a:xfrm>
            <a:off x="8675640" y="6524640"/>
            <a:ext cx="718200" cy="456120"/>
          </a:xfrm>
          <a:custGeom>
            <a:avLst/>
            <a:gdLst>
              <a:gd name="textAreaLeft" fmla="*/ 0 w 718200"/>
              <a:gd name="textAreaRight" fmla="*/ 718560 w 718200"/>
              <a:gd name="textAreaTop" fmla="*/ 0 h 456120"/>
              <a:gd name="textAreaBottom" fmla="*/ 456480 h 4561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39A4153-06AA-4B83-BD04-41D17FC24DC9}" type="slidenum">
              <a:rPr lang="en-US" sz="11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‹nº›</a:t>
            </a:fld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tângulo 86"/>
          <p:cNvSpPr/>
          <p:nvPr/>
        </p:nvSpPr>
        <p:spPr>
          <a:xfrm>
            <a:off x="685800" y="2285640"/>
            <a:ext cx="7771320" cy="141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4000" b="1" strike="noStrike" spc="-1" dirty="0">
                <a:solidFill>
                  <a:srgbClr val="7878DE"/>
                </a:solidFill>
                <a:latin typeface="Arial"/>
                <a:ea typeface="DejaVu Sans"/>
              </a:rPr>
              <a:t>Computação Evolucionária</a:t>
            </a: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b="1" strike="noStrike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</a:rPr>
              <a:t>Aula 00. Apresentação d</a:t>
            </a:r>
            <a:r>
              <a:rPr lang="pt-BR" sz="2800" b="1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</a:rPr>
              <a:t>a disciplina</a:t>
            </a:r>
            <a:endParaRPr lang="pt-BR" sz="2800" b="0" strike="noStrike" spc="-1" dirty="0">
              <a:solidFill>
                <a:schemeClr val="tx2">
                  <a:lumMod val="60000"/>
                  <a:lumOff val="40000"/>
                </a:schemeClr>
              </a:solidFill>
              <a:latin typeface="Arial"/>
            </a:endParaRPr>
          </a:p>
        </p:txBody>
      </p:sp>
      <p:sp>
        <p:nvSpPr>
          <p:cNvPr id="88" name="Retângulo 87"/>
          <p:cNvSpPr/>
          <p:nvPr/>
        </p:nvSpPr>
        <p:spPr>
          <a:xfrm>
            <a:off x="1371600" y="4365720"/>
            <a:ext cx="6399720" cy="17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Gabriela Nunes Lopes</a:t>
            </a:r>
            <a:endParaRPr lang="pt-BR" sz="26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gabrielanuneslopes@ufmg.br</a:t>
            </a:r>
            <a:endParaRPr lang="pt-BR" sz="26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DEE / UFMG</a:t>
            </a:r>
            <a:endParaRPr lang="pt-BR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F827C7-45AF-E45D-B3B7-647C09B66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0880"/>
            <a:ext cx="2397742" cy="93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4F854-A104-22FF-85FB-17502946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376470"/>
            <a:ext cx="8229240" cy="11448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Apresentação docente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277BAB-DAF4-A53E-A742-D9A6F784C4C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5750" y="2004570"/>
            <a:ext cx="8229240" cy="3977280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Graduação em Engenharia Elétrica (UFMT);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Mestrado em Engenharia Elétrica (EESC - USP);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Doutorado em Engenharia Elétrica (EESC - USP);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MBA em Data Science </a:t>
            </a:r>
            <a:r>
              <a:rPr lang="pt-BR" sz="2000" dirty="0" err="1"/>
              <a:t>and</a:t>
            </a:r>
            <a:r>
              <a:rPr lang="pt-BR" sz="2000" dirty="0"/>
              <a:t> </a:t>
            </a:r>
            <a:r>
              <a:rPr lang="pt-BR" sz="2000" dirty="0" err="1"/>
              <a:t>Analytics</a:t>
            </a:r>
            <a:r>
              <a:rPr lang="pt-BR" sz="2000" dirty="0"/>
              <a:t> (ESALQ - USP).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85331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10B9-482D-D7B8-2297-D22912EB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E351C-1606-A290-CF6F-375054A31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376470"/>
            <a:ext cx="8229240" cy="11448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Apresentação discentes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7E838D-95F2-3414-59B5-C1A48CABEEF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5750" y="2004570"/>
            <a:ext cx="8229240" cy="3977280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Qual o background da turma?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Quais linguagens de programação vocês conhecem?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Quais experiências com estágios?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Há experiência com iniciação científica?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que esperam da disciplina?</a:t>
            </a:r>
          </a:p>
        </p:txBody>
      </p:sp>
    </p:spTree>
    <p:extLst>
      <p:ext uri="{BB962C8B-B14F-4D97-AF65-F5344CB8AC3E}">
        <p14:creationId xmlns:p14="http://schemas.microsoft.com/office/powerpoint/2010/main" val="2482204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0758-9F48-5AC8-B8C2-60F809C9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tângulo 88">
            <a:extLst>
              <a:ext uri="{FF2B5EF4-FFF2-40B4-BE49-F238E27FC236}">
                <a16:creationId xmlns:a16="http://schemas.microsoft.com/office/drawing/2014/main" id="{12309F2A-C629-DB18-1713-887EAF561B33}"/>
              </a:ext>
            </a:extLst>
          </p:cNvPr>
          <p:cNvSpPr/>
          <p:nvPr/>
        </p:nvSpPr>
        <p:spPr>
          <a:xfrm>
            <a:off x="685800" y="754200"/>
            <a:ext cx="77713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3200" b="0" strike="noStrike" spc="-1" dirty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ea typeface="DejaVu Sans"/>
              </a:rPr>
              <a:t>Método de trabalho</a:t>
            </a:r>
            <a:endParaRPr lang="pt-BR" sz="3200" b="0" strike="noStrike" spc="-1" dirty="0">
              <a:solidFill>
                <a:schemeClr val="tx2">
                  <a:lumMod val="40000"/>
                  <a:lumOff val="60000"/>
                </a:schemeClr>
              </a:solidFill>
              <a:latin typeface="Arial"/>
            </a:endParaRP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E4F88520-95E8-04E9-658A-FEC8C3715021}"/>
              </a:ext>
            </a:extLst>
          </p:cNvPr>
          <p:cNvSpPr/>
          <p:nvPr/>
        </p:nvSpPr>
        <p:spPr>
          <a:xfrm>
            <a:off x="685800" y="1699920"/>
            <a:ext cx="7771320" cy="425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Aulas expositivas;</a:t>
            </a:r>
          </a:p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spc="-1" dirty="0">
                <a:solidFill>
                  <a:srgbClr val="000000"/>
                </a:solidFill>
                <a:latin typeface="Arial"/>
              </a:rPr>
              <a:t>Resolução de exemplos em aula – </a:t>
            </a:r>
            <a:r>
              <a:rPr lang="pt-BR" sz="2800" spc="-1" dirty="0" err="1">
                <a:solidFill>
                  <a:srgbClr val="000000"/>
                </a:solidFill>
                <a:latin typeface="Arial"/>
              </a:rPr>
              <a:t>Matlab</a:t>
            </a:r>
            <a:r>
              <a:rPr lang="pt-BR" sz="2800" spc="-1" dirty="0">
                <a:solidFill>
                  <a:srgbClr val="000000"/>
                </a:solidFill>
                <a:latin typeface="Arial"/>
              </a:rPr>
              <a:t> e/ou Python </a:t>
            </a:r>
          </a:p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spc="-1" dirty="0">
                <a:solidFill>
                  <a:srgbClr val="000000"/>
                </a:solidFill>
                <a:latin typeface="Arial"/>
              </a:rPr>
              <a:t>Dúvidas por e-mail por 24 h;</a:t>
            </a:r>
          </a:p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spc="-1" dirty="0">
                <a:solidFill>
                  <a:srgbClr val="000000"/>
                </a:solidFill>
                <a:latin typeface="Arial"/>
              </a:rPr>
              <a:t>Trabalhos Parciais – Entrega em sala;</a:t>
            </a:r>
          </a:p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spc="-1" dirty="0">
                <a:solidFill>
                  <a:srgbClr val="000000"/>
                </a:solidFill>
                <a:latin typeface="Arial"/>
              </a:rPr>
              <a:t>Trabalho final – por moodle;</a:t>
            </a:r>
          </a:p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800" b="0" strike="noStrike" spc="-1" dirty="0">
                <a:solidFill>
                  <a:srgbClr val="000000"/>
                </a:solidFill>
                <a:latin typeface="Arial"/>
              </a:rPr>
              <a:t>Aulas ocorrerão no CCE- SALA 315</a:t>
            </a:r>
          </a:p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m 4">
            <a:extLst>
              <a:ext uri="{FF2B5EF4-FFF2-40B4-BE49-F238E27FC236}">
                <a16:creationId xmlns:a16="http://schemas.microsoft.com/office/drawing/2014/main" id="{FF769E8E-54DB-0BBE-EB4F-A98E5B1170A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4480" y="6681960"/>
            <a:ext cx="1141920" cy="1764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2749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C22E-1FE4-430D-56E0-DF3E7D57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tângulo 88">
            <a:extLst>
              <a:ext uri="{FF2B5EF4-FFF2-40B4-BE49-F238E27FC236}">
                <a16:creationId xmlns:a16="http://schemas.microsoft.com/office/drawing/2014/main" id="{77B7B254-C6D6-AA10-6F7C-B799F62F0715}"/>
              </a:ext>
            </a:extLst>
          </p:cNvPr>
          <p:cNvSpPr/>
          <p:nvPr/>
        </p:nvSpPr>
        <p:spPr>
          <a:xfrm>
            <a:off x="685800" y="754200"/>
            <a:ext cx="77713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3200" b="0" strike="noStrike" spc="-1" dirty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ea typeface="DejaVu Sans"/>
              </a:rPr>
              <a:t>Cronograma</a:t>
            </a:r>
            <a:endParaRPr lang="pt-BR" sz="3200" b="0" strike="noStrike" spc="-1" dirty="0">
              <a:solidFill>
                <a:schemeClr val="tx2">
                  <a:lumMod val="40000"/>
                  <a:lumOff val="60000"/>
                </a:schemeClr>
              </a:solidFill>
              <a:latin typeface="Arial"/>
            </a:endParaRP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811516D9-AB0A-EEBA-7DE2-B8CBBECCB4BE}"/>
              </a:ext>
            </a:extLst>
          </p:cNvPr>
          <p:cNvSpPr/>
          <p:nvPr/>
        </p:nvSpPr>
        <p:spPr>
          <a:xfrm>
            <a:off x="240030" y="1699920"/>
            <a:ext cx="8801100" cy="49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m 4">
            <a:extLst>
              <a:ext uri="{FF2B5EF4-FFF2-40B4-BE49-F238E27FC236}">
                <a16:creationId xmlns:a16="http://schemas.microsoft.com/office/drawing/2014/main" id="{3FFE9D77-9711-03F7-C0CD-04FA7CE8291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4480" y="6681960"/>
            <a:ext cx="1141920" cy="1764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84D9588-96C3-806C-89F2-04F4DCE04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76566"/>
              </p:ext>
            </p:extLst>
          </p:nvPr>
        </p:nvGraphicFramePr>
        <p:xfrm>
          <a:off x="954208" y="1891862"/>
          <a:ext cx="7124043" cy="3488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0113">
                  <a:extLst>
                    <a:ext uri="{9D8B030D-6E8A-4147-A177-3AD203B41FA5}">
                      <a16:colId xmlns:a16="http://schemas.microsoft.com/office/drawing/2014/main" val="670636352"/>
                    </a:ext>
                  </a:extLst>
                </a:gridCol>
                <a:gridCol w="3756672">
                  <a:extLst>
                    <a:ext uri="{9D8B030D-6E8A-4147-A177-3AD203B41FA5}">
                      <a16:colId xmlns:a16="http://schemas.microsoft.com/office/drawing/2014/main" val="3983404446"/>
                    </a:ext>
                  </a:extLst>
                </a:gridCol>
                <a:gridCol w="2497258">
                  <a:extLst>
                    <a:ext uri="{9D8B030D-6E8A-4147-A177-3AD203B41FA5}">
                      <a16:colId xmlns:a16="http://schemas.microsoft.com/office/drawing/2014/main" val="4278495896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Cronograma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488432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787017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>
                          <a:effectLst/>
                        </a:rPr>
                        <a:t>Datas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>
                          <a:effectLst/>
                        </a:rPr>
                        <a:t>Conteúdo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effectLst/>
                        </a:rPr>
                        <a:t>Entregas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07076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22/Aug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Apresentação do Curso. Introdução. Formação de Grupos.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79945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29/Aug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Introdução Otimização + Algoritmos Geneticos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13668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05/Sep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Algoritmos Genéticos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284055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12/Sep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Algoritmos Genéticos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Parcial 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13105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19/</a:t>
                      </a:r>
                      <a:r>
                        <a:rPr lang="pt-BR" sz="1100" u="none" strike="noStrike" dirty="0" err="1">
                          <a:effectLst/>
                        </a:rPr>
                        <a:t>Sep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Otimização por Colônia de Formigas ( ACO)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30036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26/Sep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Otimização por Colônia de Formigas ( ACO)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Parcial 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918937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03/Oct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Otimização por Enxame de Particulas (PSO)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66467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10/Oct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Otimização por Enxame de Particulas (PSO)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Parcial 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97224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17/</a:t>
                      </a:r>
                      <a:r>
                        <a:rPr lang="pt-BR" sz="1100" u="none" strike="noStrike" dirty="0" err="1">
                          <a:effectLst/>
                        </a:rPr>
                        <a:t>Oct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Simulated Annealing  (SA)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092595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24/Oct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Simulated Annealing  (SA)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Parcial 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37772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31/</a:t>
                      </a:r>
                      <a:r>
                        <a:rPr lang="pt-BR" sz="1100" u="none" strike="noStrike" dirty="0" err="1">
                          <a:effectLst/>
                        </a:rPr>
                        <a:t>Oct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xx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71152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07/nov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Apresentação TP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Relatório TP (moodle)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45099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14/</a:t>
                      </a:r>
                      <a:r>
                        <a:rPr lang="pt-BR" sz="1100" u="none" strike="noStrike" dirty="0" err="1">
                          <a:effectLst/>
                        </a:rPr>
                        <a:t>nov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Apresentação TP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1871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21/</a:t>
                      </a:r>
                      <a:r>
                        <a:rPr lang="pt-BR" sz="1100" u="none" strike="noStrike" dirty="0" err="1">
                          <a:effectLst/>
                        </a:rPr>
                        <a:t>nov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Apresentação TP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99967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28/</a:t>
                      </a:r>
                      <a:r>
                        <a:rPr lang="pt-BR" sz="1100" u="none" strike="noStrike" dirty="0" err="1">
                          <a:effectLst/>
                        </a:rPr>
                        <a:t>nov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Divulgação de Notas  + Dùvidas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62832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05/</a:t>
                      </a:r>
                      <a:r>
                        <a:rPr lang="pt-BR" sz="1100" u="none" strike="noStrike" dirty="0" err="1">
                          <a:effectLst/>
                        </a:rPr>
                        <a:t>Dec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Exame Especial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901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01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0B63-B3D7-7558-5D1C-4666C562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tângulo 88">
            <a:extLst>
              <a:ext uri="{FF2B5EF4-FFF2-40B4-BE49-F238E27FC236}">
                <a16:creationId xmlns:a16="http://schemas.microsoft.com/office/drawing/2014/main" id="{21B77B4D-CD6B-A129-C12D-9BCB29142C74}"/>
              </a:ext>
            </a:extLst>
          </p:cNvPr>
          <p:cNvSpPr/>
          <p:nvPr/>
        </p:nvSpPr>
        <p:spPr>
          <a:xfrm>
            <a:off x="685800" y="754200"/>
            <a:ext cx="77713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3200" b="0" strike="noStrike" spc="-1" dirty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ea typeface="DejaVu Sans"/>
              </a:rPr>
              <a:t>Nota</a:t>
            </a:r>
            <a:endParaRPr lang="pt-BR" sz="3200" b="0" strike="noStrike" spc="-1" dirty="0">
              <a:solidFill>
                <a:schemeClr val="tx2">
                  <a:lumMod val="40000"/>
                  <a:lumOff val="60000"/>
                </a:schemeClr>
              </a:solidFill>
              <a:latin typeface="Arial"/>
            </a:endParaRP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02661ABB-09D0-A23E-1C84-DC1E1F76C622}"/>
              </a:ext>
            </a:extLst>
          </p:cNvPr>
          <p:cNvSpPr/>
          <p:nvPr/>
        </p:nvSpPr>
        <p:spPr>
          <a:xfrm>
            <a:off x="240030" y="1699920"/>
            <a:ext cx="8801100" cy="49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1" spc="-1" dirty="0">
                <a:solidFill>
                  <a:srgbClr val="000000"/>
                </a:solidFill>
                <a:latin typeface="Arial"/>
                <a:ea typeface="DejaVu Sans"/>
              </a:rPr>
              <a:t>4 códigos parciais (0-40);</a:t>
            </a:r>
          </a:p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100" b="1" spc="-1" dirty="0">
                <a:solidFill>
                  <a:srgbClr val="000000"/>
                </a:solidFill>
                <a:latin typeface="Arial"/>
              </a:rPr>
              <a:t>Trabalho final (0-60);</a:t>
            </a:r>
          </a:p>
          <a:p>
            <a:pPr marL="799920" lvl="1" indent="-342000"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Arial"/>
              </a:rPr>
              <a:t>Grupos de 1 a 3 alunos;</a:t>
            </a:r>
          </a:p>
          <a:p>
            <a:pPr marL="799920" lvl="1" indent="-342000"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Arial"/>
              </a:rPr>
              <a:t>Formatação de artigo científico;</a:t>
            </a:r>
          </a:p>
          <a:p>
            <a:pPr marL="799920" lvl="1" indent="-342000"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Arial"/>
              </a:rPr>
              <a:t>Será disponibilizada uma lista de temas sugeridos;</a:t>
            </a:r>
          </a:p>
          <a:p>
            <a:pPr marL="799920" lvl="1" indent="-342000"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Arial"/>
              </a:rPr>
              <a:t>Haverá apresentação do trabalho no final;</a:t>
            </a:r>
          </a:p>
          <a:p>
            <a:pPr marL="799920" lvl="1" indent="-342000"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Arial"/>
              </a:rPr>
              <a:t>O código deverá constar nas referências do trabalho e anexado via GitHub;</a:t>
            </a:r>
          </a:p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400" b="1" spc="-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Nota = 40% </a:t>
            </a:r>
            <a:r>
              <a:rPr lang="pt-BR" sz="2400" b="1" spc="-1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AtividadesParciais</a:t>
            </a:r>
            <a:r>
              <a:rPr lang="pt-BR" sz="2400" b="1" spc="-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+ 60% </a:t>
            </a:r>
            <a:r>
              <a:rPr lang="pt-BR" sz="2400" b="1" spc="-1" dirty="0" err="1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TrabalhoFinal</a:t>
            </a:r>
            <a:endParaRPr lang="pt-BR" sz="2400" b="1" strike="noStrike" spc="-1" dirty="0">
              <a:solidFill>
                <a:srgbClr val="000000"/>
              </a:solidFill>
              <a:highlight>
                <a:srgbClr val="FFFF00"/>
              </a:highlight>
              <a:latin typeface="Arial"/>
            </a:endParaRPr>
          </a:p>
        </p:txBody>
      </p:sp>
      <p:pic>
        <p:nvPicPr>
          <p:cNvPr id="91" name="Imagem 4">
            <a:extLst>
              <a:ext uri="{FF2B5EF4-FFF2-40B4-BE49-F238E27FC236}">
                <a16:creationId xmlns:a16="http://schemas.microsoft.com/office/drawing/2014/main" id="{9F817C3E-A464-5327-6C1B-68ACE1A233E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4480" y="6681960"/>
            <a:ext cx="1141920" cy="1764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8683718-6F9D-A754-3C81-7DD323631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476196"/>
              </p:ext>
            </p:extLst>
          </p:nvPr>
        </p:nvGraphicFramePr>
        <p:xfrm>
          <a:off x="5252151" y="2525166"/>
          <a:ext cx="2995544" cy="73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3365861024"/>
                    </a:ext>
                  </a:extLst>
                </a:gridCol>
                <a:gridCol w="1216107">
                  <a:extLst>
                    <a:ext uri="{9D8B030D-6E8A-4147-A177-3AD203B41FA5}">
                      <a16:colId xmlns:a16="http://schemas.microsoft.com/office/drawing/2014/main" val="1143557673"/>
                    </a:ext>
                  </a:extLst>
                </a:gridCol>
                <a:gridCol w="845987">
                  <a:extLst>
                    <a:ext uri="{9D8B030D-6E8A-4147-A177-3AD203B41FA5}">
                      <a16:colId xmlns:a16="http://schemas.microsoft.com/office/drawing/2014/main" val="16784727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Trabalho Final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Relatorio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420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Código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405170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Apresentação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055863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Complexidade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66903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72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081D-39FC-9CDD-BB8A-5EAAAB2F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tângulo 88">
            <a:extLst>
              <a:ext uri="{FF2B5EF4-FFF2-40B4-BE49-F238E27FC236}">
                <a16:creationId xmlns:a16="http://schemas.microsoft.com/office/drawing/2014/main" id="{731C31DC-20A5-DCAC-904C-7DC9A40656E4}"/>
              </a:ext>
            </a:extLst>
          </p:cNvPr>
          <p:cNvSpPr/>
          <p:nvPr/>
        </p:nvSpPr>
        <p:spPr>
          <a:xfrm>
            <a:off x="685800" y="754200"/>
            <a:ext cx="77713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3200" b="0" strike="noStrike" spc="-1" dirty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ea typeface="DejaVu Sans"/>
              </a:rPr>
              <a:t>Presença</a:t>
            </a:r>
            <a:endParaRPr lang="pt-BR" sz="3200" b="0" strike="noStrike" spc="-1" dirty="0">
              <a:solidFill>
                <a:schemeClr val="tx2">
                  <a:lumMod val="40000"/>
                  <a:lumOff val="60000"/>
                </a:schemeClr>
              </a:solidFill>
              <a:latin typeface="Arial"/>
            </a:endParaRP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E90F83E2-938C-EC7E-2299-4D4ADA8D8898}"/>
              </a:ext>
            </a:extLst>
          </p:cNvPr>
          <p:cNvSpPr/>
          <p:nvPr/>
        </p:nvSpPr>
        <p:spPr>
          <a:xfrm>
            <a:off x="240030" y="1699920"/>
            <a:ext cx="8801100" cy="49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spc="-1" dirty="0">
                <a:solidFill>
                  <a:srgbClr val="000000"/>
                </a:solidFill>
                <a:latin typeface="Arial"/>
                <a:ea typeface="DejaVu Sans"/>
              </a:rPr>
              <a:t>A presença será avaliada conforme regimento interno da UFMG;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m 4">
            <a:extLst>
              <a:ext uri="{FF2B5EF4-FFF2-40B4-BE49-F238E27FC236}">
                <a16:creationId xmlns:a16="http://schemas.microsoft.com/office/drawing/2014/main" id="{F6B5A06C-BB7C-F3A1-4BAB-B5DBCBB12A4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4480" y="6681960"/>
            <a:ext cx="1141920" cy="1764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0252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1DD2-6908-E029-1EB7-DF2003D2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tângulo 88">
            <a:extLst>
              <a:ext uri="{FF2B5EF4-FFF2-40B4-BE49-F238E27FC236}">
                <a16:creationId xmlns:a16="http://schemas.microsoft.com/office/drawing/2014/main" id="{3B09FD3C-8BA4-474F-02FD-417355CE40D9}"/>
              </a:ext>
            </a:extLst>
          </p:cNvPr>
          <p:cNvSpPr/>
          <p:nvPr/>
        </p:nvSpPr>
        <p:spPr>
          <a:xfrm>
            <a:off x="685800" y="754200"/>
            <a:ext cx="77713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3200" b="0" strike="noStrike" spc="-1" dirty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Dúvidas?</a:t>
            </a: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E381B8BD-CC83-B569-02E6-DCB2D748C09C}"/>
              </a:ext>
            </a:extLst>
          </p:cNvPr>
          <p:cNvSpPr/>
          <p:nvPr/>
        </p:nvSpPr>
        <p:spPr>
          <a:xfrm>
            <a:off x="240030" y="1699920"/>
            <a:ext cx="8801100" cy="49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720" indent="-342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85000"/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m 4">
            <a:extLst>
              <a:ext uri="{FF2B5EF4-FFF2-40B4-BE49-F238E27FC236}">
                <a16:creationId xmlns:a16="http://schemas.microsoft.com/office/drawing/2014/main" id="{3C5C6FB3-1E08-8346-5933-B4D79F45065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4480" y="6681960"/>
            <a:ext cx="1141920" cy="176400"/>
          </a:xfrm>
          <a:prstGeom prst="rect">
            <a:avLst/>
          </a:prstGeom>
          <a:ln w="0">
            <a:noFill/>
          </a:ln>
        </p:spPr>
      </p:pic>
      <p:sp>
        <p:nvSpPr>
          <p:cNvPr id="2" name="Subtítulo 1">
            <a:extLst>
              <a:ext uri="{FF2B5EF4-FFF2-40B4-BE49-F238E27FC236}">
                <a16:creationId xmlns:a16="http://schemas.microsoft.com/office/drawing/2014/main" id="{1E181EAC-6531-6A68-A88D-63E222147E2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5760" y="1699920"/>
            <a:ext cx="8229240" cy="4362120"/>
          </a:xfrm>
        </p:spPr>
        <p:txBody>
          <a:bodyPr/>
          <a:lstStyle/>
          <a:p>
            <a:r>
              <a:rPr lang="pt-BR" dirty="0"/>
              <a:t>gabrielanuneslopes@ufmg.br</a:t>
            </a:r>
          </a:p>
          <a:p>
            <a:r>
              <a:rPr lang="pt-BR" dirty="0"/>
              <a:t>Gabriela Nunes Lopes</a:t>
            </a:r>
          </a:p>
        </p:txBody>
      </p:sp>
    </p:spTree>
    <p:extLst>
      <p:ext uri="{BB962C8B-B14F-4D97-AF65-F5344CB8AC3E}">
        <p14:creationId xmlns:p14="http://schemas.microsoft.com/office/powerpoint/2010/main" val="154591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7207</TotalTime>
  <Words>365</Words>
  <Application>Microsoft Office PowerPoint</Application>
  <PresentationFormat>Apresentação na tela (4:3)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Aptos Narrow</vt:lpstr>
      <vt:lpstr>Arial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docente</vt:lpstr>
      <vt:lpstr>Apresentação discentes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Engenharia de Software</dc:title>
  <dc:subject/>
  <dc:creator>CAR</dc:creator>
  <dc:description/>
  <cp:lastModifiedBy>Gabriela Nunes Lopes</cp:lastModifiedBy>
  <cp:revision>203</cp:revision>
  <dcterms:created xsi:type="dcterms:W3CDTF">2005-10-19T04:42:53Z</dcterms:created>
  <dcterms:modified xsi:type="dcterms:W3CDTF">2025-08-21T16:19:06Z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</vt:i4>
  </property>
  <property fmtid="{D5CDD505-2E9C-101B-9397-08002B2CF9AE}" pid="4" name="PresentationFormat">
    <vt:lpwstr>Apresentação na tela (4:3)</vt:lpwstr>
  </property>
  <property fmtid="{D5CDD505-2E9C-101B-9397-08002B2CF9AE}" pid="5" name="Slides">
    <vt:i4>7</vt:i4>
  </property>
</Properties>
</file>