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7"/>
  </p:notesMasterIdLst>
  <p:sldIdLst>
    <p:sldId id="256" r:id="rId3"/>
    <p:sldId id="264" r:id="rId4"/>
    <p:sldId id="305" r:id="rId5"/>
    <p:sldId id="306" r:id="rId6"/>
    <p:sldId id="279" r:id="rId7"/>
    <p:sldId id="281" r:id="rId8"/>
    <p:sldId id="282" r:id="rId9"/>
    <p:sldId id="283" r:id="rId10"/>
    <p:sldId id="289" r:id="rId11"/>
    <p:sldId id="288" r:id="rId12"/>
    <p:sldId id="307" r:id="rId13"/>
    <p:sldId id="297" r:id="rId14"/>
    <p:sldId id="290" r:id="rId15"/>
    <p:sldId id="339" r:id="rId16"/>
    <p:sldId id="291" r:id="rId17"/>
    <p:sldId id="292" r:id="rId18"/>
    <p:sldId id="293" r:id="rId19"/>
    <p:sldId id="308" r:id="rId20"/>
    <p:sldId id="310" r:id="rId21"/>
    <p:sldId id="311" r:id="rId22"/>
    <p:sldId id="340" r:id="rId23"/>
    <p:sldId id="328" r:id="rId24"/>
    <p:sldId id="331" r:id="rId25"/>
    <p:sldId id="338" r:id="rId26"/>
    <p:sldId id="332" r:id="rId27"/>
    <p:sldId id="333" r:id="rId28"/>
    <p:sldId id="312" r:id="rId29"/>
    <p:sldId id="334" r:id="rId30"/>
    <p:sldId id="335" r:id="rId31"/>
    <p:sldId id="336" r:id="rId32"/>
    <p:sldId id="337" r:id="rId33"/>
    <p:sldId id="327" r:id="rId34"/>
    <p:sldId id="270" r:id="rId35"/>
    <p:sldId id="271" r:id="rId36"/>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8889" autoAdjust="0"/>
  </p:normalViewPr>
  <p:slideViewPr>
    <p:cSldViewPr snapToGrid="0">
      <p:cViewPr varScale="1">
        <p:scale>
          <a:sx n="95" d="100"/>
          <a:sy n="95" d="100"/>
        </p:scale>
        <p:origin x="14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a Nunes Lopes" userId="8eacf352355886ee" providerId="LiveId" clId="{0A31610F-BE8B-43C7-8A9B-AAFA5CEA48EB}"/>
    <pc:docChg chg="modSld">
      <pc:chgData name="Gabriela Nunes Lopes" userId="8eacf352355886ee" providerId="LiveId" clId="{0A31610F-BE8B-43C7-8A9B-AAFA5CEA48EB}" dt="2025-08-08T13:38:39.261" v="52" actId="20577"/>
      <pc:docMkLst>
        <pc:docMk/>
      </pc:docMkLst>
      <pc:sldChg chg="modSp mod">
        <pc:chgData name="Gabriela Nunes Lopes" userId="8eacf352355886ee" providerId="LiveId" clId="{0A31610F-BE8B-43C7-8A9B-AAFA5CEA48EB}" dt="2025-08-08T13:37:37.196" v="25" actId="20577"/>
        <pc:sldMkLst>
          <pc:docMk/>
          <pc:sldMk cId="0" sldId="256"/>
        </pc:sldMkLst>
        <pc:spChg chg="mod">
          <ac:chgData name="Gabriela Nunes Lopes" userId="8eacf352355886ee" providerId="LiveId" clId="{0A31610F-BE8B-43C7-8A9B-AAFA5CEA48EB}" dt="2025-08-08T13:37:37.196" v="25" actId="20577"/>
          <ac:spMkLst>
            <pc:docMk/>
            <pc:sldMk cId="0" sldId="256"/>
            <ac:spMk id="88" creationId="{00000000-0000-0000-0000-000000000000}"/>
          </ac:spMkLst>
        </pc:spChg>
      </pc:sldChg>
      <pc:sldChg chg="modSp mod">
        <pc:chgData name="Gabriela Nunes Lopes" userId="8eacf352355886ee" providerId="LiveId" clId="{0A31610F-BE8B-43C7-8A9B-AAFA5CEA48EB}" dt="2025-08-08T13:38:39.261" v="52" actId="20577"/>
        <pc:sldMkLst>
          <pc:docMk/>
          <pc:sldMk cId="1545916917" sldId="271"/>
        </pc:sldMkLst>
        <pc:spChg chg="mod">
          <ac:chgData name="Gabriela Nunes Lopes" userId="8eacf352355886ee" providerId="LiveId" clId="{0A31610F-BE8B-43C7-8A9B-AAFA5CEA48EB}" dt="2025-08-08T13:38:39.261" v="52" actId="20577"/>
          <ac:spMkLst>
            <pc:docMk/>
            <pc:sldMk cId="1545916917" sldId="271"/>
            <ac:spMk id="2" creationId="{1E181EAC-6531-6A68-A88D-63E222147E2C}"/>
          </ac:spMkLst>
        </pc:spChg>
      </pc:sldChg>
      <pc:sldChg chg="modSp mod">
        <pc:chgData name="Gabriela Nunes Lopes" userId="8eacf352355886ee" providerId="LiveId" clId="{0A31610F-BE8B-43C7-8A9B-AAFA5CEA48EB}" dt="2025-08-08T13:38:19.129" v="26" actId="1076"/>
        <pc:sldMkLst>
          <pc:docMk/>
          <pc:sldMk cId="561226034" sldId="312"/>
        </pc:sldMkLst>
        <pc:spChg chg="mod">
          <ac:chgData name="Gabriela Nunes Lopes" userId="8eacf352355886ee" providerId="LiveId" clId="{0A31610F-BE8B-43C7-8A9B-AAFA5CEA48EB}" dt="2025-08-08T13:38:19.129" v="26" actId="1076"/>
          <ac:spMkLst>
            <pc:docMk/>
            <pc:sldMk cId="561226034" sldId="312"/>
            <ac:spMk id="3" creationId="{C90D6C5B-BBAA-97B5-71D0-1B9FEDFEAFF7}"/>
          </ac:spMkLst>
        </pc:spChg>
      </pc:sldChg>
    </pc:docChg>
  </pc:docChgLst>
  <pc:docChgLst>
    <pc:chgData name="Gabriela Nunes Lopes" userId="8eacf352355886ee" providerId="LiveId" clId="{83920475-FA47-42B8-B49E-EAB49BD140CA}"/>
    <pc:docChg chg="undo custSel modSld">
      <pc:chgData name="Gabriela Nunes Lopes" userId="8eacf352355886ee" providerId="LiveId" clId="{83920475-FA47-42B8-B49E-EAB49BD140CA}" dt="2024-02-29T11:29:23.728" v="207" actId="6549"/>
      <pc:docMkLst>
        <pc:docMk/>
      </pc:docMkLst>
      <pc:sldChg chg="modSp mod">
        <pc:chgData name="Gabriela Nunes Lopes" userId="8eacf352355886ee" providerId="LiveId" clId="{83920475-FA47-42B8-B49E-EAB49BD140CA}" dt="2024-02-26T23:11:31.728" v="85" actId="207"/>
        <pc:sldMkLst>
          <pc:docMk/>
          <pc:sldMk cId="0" sldId="256"/>
        </pc:sldMkLst>
      </pc:sldChg>
      <pc:sldChg chg="modSp mod">
        <pc:chgData name="Gabriela Nunes Lopes" userId="8eacf352355886ee" providerId="LiveId" clId="{83920475-FA47-42B8-B49E-EAB49BD140CA}" dt="2024-02-29T11:29:23.728" v="207" actId="6549"/>
        <pc:sldMkLst>
          <pc:docMk/>
          <pc:sldMk cId="0" sldId="257"/>
        </pc:sldMkLst>
      </pc:sldChg>
      <pc:sldChg chg="modSp mod">
        <pc:chgData name="Gabriela Nunes Lopes" userId="8eacf352355886ee" providerId="LiveId" clId="{83920475-FA47-42B8-B49E-EAB49BD140CA}" dt="2024-02-29T11:29:04.088" v="206" actId="123"/>
        <pc:sldMkLst>
          <pc:docMk/>
          <pc:sldMk cId="853310626" sldId="264"/>
        </pc:sldMkLst>
      </pc:sldChg>
      <pc:sldChg chg="modSp mod">
        <pc:chgData name="Gabriela Nunes Lopes" userId="8eacf352355886ee" providerId="LiveId" clId="{83920475-FA47-42B8-B49E-EAB49BD140CA}" dt="2024-02-28T14:28:20.216" v="202" actId="20577"/>
        <pc:sldMkLst>
          <pc:docMk/>
          <pc:sldMk cId="1127492932" sldId="267"/>
        </pc:sldMkLst>
      </pc:sldChg>
      <pc:sldChg chg="modSp mod">
        <pc:chgData name="Gabriela Nunes Lopes" userId="8eacf352355886ee" providerId="LiveId" clId="{83920475-FA47-42B8-B49E-EAB49BD140CA}" dt="2024-02-26T23:15:48.188" v="174" actId="20577"/>
        <pc:sldMkLst>
          <pc:docMk/>
          <pc:sldMk cId="887727809" sldId="268"/>
        </pc:sldMkLst>
      </pc:sldChg>
      <pc:sldChg chg="addSp delSp modSp mod">
        <pc:chgData name="Gabriela Nunes Lopes" userId="8eacf352355886ee" providerId="LiveId" clId="{83920475-FA47-42B8-B49E-EAB49BD140CA}" dt="2024-02-26T23:17:19.697" v="188" actId="14100"/>
        <pc:sldMkLst>
          <pc:docMk/>
          <pc:sldMk cId="1964011590" sldId="270"/>
        </pc:sldMkLst>
      </pc:sldChg>
    </pc:docChg>
  </pc:docChgLst>
  <pc:docChgLst>
    <pc:chgData name="Gabriela Nunes Lopes" userId="8eacf352355886ee" providerId="LiveId" clId="{D3827772-C6F8-4384-BB01-FBAEAEB5897E}"/>
    <pc:docChg chg="custSel delSld modSld">
      <pc:chgData name="Gabriela Nunes Lopes" userId="8eacf352355886ee" providerId="LiveId" clId="{D3827772-C6F8-4384-BB01-FBAEAEB5897E}" dt="2025-07-24T19:08:34.681" v="23" actId="1076"/>
      <pc:docMkLst>
        <pc:docMk/>
      </pc:docMkLst>
      <pc:sldChg chg="del">
        <pc:chgData name="Gabriela Nunes Lopes" userId="8eacf352355886ee" providerId="LiveId" clId="{D3827772-C6F8-4384-BB01-FBAEAEB5897E}" dt="2025-07-24T19:06:01.983" v="0" actId="47"/>
        <pc:sldMkLst>
          <pc:docMk/>
          <pc:sldMk cId="2075742635" sldId="294"/>
        </pc:sldMkLst>
      </pc:sldChg>
      <pc:sldChg chg="modSp mod">
        <pc:chgData name="Gabriela Nunes Lopes" userId="8eacf352355886ee" providerId="LiveId" clId="{D3827772-C6F8-4384-BB01-FBAEAEB5897E}" dt="2025-07-24T19:06:14.345" v="5" actId="123"/>
        <pc:sldMkLst>
          <pc:docMk/>
          <pc:sldMk cId="1037545363" sldId="311"/>
        </pc:sldMkLst>
        <pc:spChg chg="mod">
          <ac:chgData name="Gabriela Nunes Lopes" userId="8eacf352355886ee" providerId="LiveId" clId="{D3827772-C6F8-4384-BB01-FBAEAEB5897E}" dt="2025-07-24T19:06:14.345" v="5" actId="123"/>
          <ac:spMkLst>
            <pc:docMk/>
            <pc:sldMk cId="1037545363" sldId="311"/>
            <ac:spMk id="3" creationId="{37A41045-7F55-8B6C-861F-10743CAB6414}"/>
          </ac:spMkLst>
        </pc:spChg>
      </pc:sldChg>
      <pc:sldChg chg="modSp mod">
        <pc:chgData name="Gabriela Nunes Lopes" userId="8eacf352355886ee" providerId="LiveId" clId="{D3827772-C6F8-4384-BB01-FBAEAEB5897E}" dt="2025-07-24T19:06:44.518" v="9" actId="123"/>
        <pc:sldMkLst>
          <pc:docMk/>
          <pc:sldMk cId="536825660" sldId="328"/>
        </pc:sldMkLst>
        <pc:spChg chg="mod">
          <ac:chgData name="Gabriela Nunes Lopes" userId="8eacf352355886ee" providerId="LiveId" clId="{D3827772-C6F8-4384-BB01-FBAEAEB5897E}" dt="2025-07-24T19:06:44.518" v="9" actId="123"/>
          <ac:spMkLst>
            <pc:docMk/>
            <pc:sldMk cId="536825660" sldId="328"/>
            <ac:spMk id="4" creationId="{9FDEB9A4-064D-0DA4-2AA9-6F5682F85E32}"/>
          </ac:spMkLst>
        </pc:spChg>
      </pc:sldChg>
      <pc:sldChg chg="modSp mod">
        <pc:chgData name="Gabriela Nunes Lopes" userId="8eacf352355886ee" providerId="LiveId" clId="{D3827772-C6F8-4384-BB01-FBAEAEB5897E}" dt="2025-07-24T19:07:02.790" v="19" actId="27636"/>
        <pc:sldMkLst>
          <pc:docMk/>
          <pc:sldMk cId="1365441683" sldId="331"/>
        </pc:sldMkLst>
        <pc:spChg chg="mod">
          <ac:chgData name="Gabriela Nunes Lopes" userId="8eacf352355886ee" providerId="LiveId" clId="{D3827772-C6F8-4384-BB01-FBAEAEB5897E}" dt="2025-07-24T19:07:02.790" v="19" actId="27636"/>
          <ac:spMkLst>
            <pc:docMk/>
            <pc:sldMk cId="1365441683" sldId="331"/>
            <ac:spMk id="3" creationId="{82F0B1A7-6973-C922-A0D9-3F7845629A79}"/>
          </ac:spMkLst>
        </pc:spChg>
      </pc:sldChg>
      <pc:sldChg chg="modSp">
        <pc:chgData name="Gabriela Nunes Lopes" userId="8eacf352355886ee" providerId="LiveId" clId="{D3827772-C6F8-4384-BB01-FBAEAEB5897E}" dt="2025-07-24T19:08:29.149" v="22" actId="12"/>
        <pc:sldMkLst>
          <pc:docMk/>
          <pc:sldMk cId="560509635" sldId="332"/>
        </pc:sldMkLst>
        <pc:spChg chg="mod">
          <ac:chgData name="Gabriela Nunes Lopes" userId="8eacf352355886ee" providerId="LiveId" clId="{D3827772-C6F8-4384-BB01-FBAEAEB5897E}" dt="2025-07-24T19:08:29.149" v="22" actId="12"/>
          <ac:spMkLst>
            <pc:docMk/>
            <pc:sldMk cId="560509635" sldId="332"/>
            <ac:spMk id="3" creationId="{3E160CEF-4C6E-B41B-ECCF-C89999F5445F}"/>
          </ac:spMkLst>
        </pc:spChg>
      </pc:sldChg>
      <pc:sldChg chg="modSp">
        <pc:chgData name="Gabriela Nunes Lopes" userId="8eacf352355886ee" providerId="LiveId" clId="{D3827772-C6F8-4384-BB01-FBAEAEB5897E}" dt="2025-07-24T19:08:34.681" v="23" actId="1076"/>
        <pc:sldMkLst>
          <pc:docMk/>
          <pc:sldMk cId="3145557688" sldId="333"/>
        </pc:sldMkLst>
        <pc:picChg chg="mod">
          <ac:chgData name="Gabriela Nunes Lopes" userId="8eacf352355886ee" providerId="LiveId" clId="{D3827772-C6F8-4384-BB01-FBAEAEB5897E}" dt="2025-07-24T19:08:34.681" v="23" actId="1076"/>
          <ac:picMkLst>
            <pc:docMk/>
            <pc:sldMk cId="3145557688" sldId="333"/>
            <ac:picMk id="12290" creationId="{BD68B578-3331-F8A2-1451-E194E019E250}"/>
          </ac:picMkLst>
        </pc:picChg>
      </pc:sldChg>
      <pc:sldChg chg="modSp mod">
        <pc:chgData name="Gabriela Nunes Lopes" userId="8eacf352355886ee" providerId="LiveId" clId="{D3827772-C6F8-4384-BB01-FBAEAEB5897E}" dt="2025-07-24T19:06:10.156" v="4" actId="27636"/>
        <pc:sldMkLst>
          <pc:docMk/>
          <pc:sldMk cId="301944608" sldId="337"/>
        </pc:sldMkLst>
        <pc:spChg chg="mod">
          <ac:chgData name="Gabriela Nunes Lopes" userId="8eacf352355886ee" providerId="LiveId" clId="{D3827772-C6F8-4384-BB01-FBAEAEB5897E}" dt="2025-07-24T19:06:10.156" v="4" actId="27636"/>
          <ac:spMkLst>
            <pc:docMk/>
            <pc:sldMk cId="301944608" sldId="337"/>
            <ac:spMk id="3" creationId="{E989E63C-9D16-2673-04ED-802D08E4151E}"/>
          </ac:spMkLst>
        </pc:spChg>
      </pc:sldChg>
      <pc:sldChg chg="modSp">
        <pc:chgData name="Gabriela Nunes Lopes" userId="8eacf352355886ee" providerId="LiveId" clId="{D3827772-C6F8-4384-BB01-FBAEAEB5897E}" dt="2025-07-24T19:08:21.769" v="21" actId="12"/>
        <pc:sldMkLst>
          <pc:docMk/>
          <pc:sldMk cId="3224527780" sldId="338"/>
        </pc:sldMkLst>
        <pc:spChg chg="mod">
          <ac:chgData name="Gabriela Nunes Lopes" userId="8eacf352355886ee" providerId="LiveId" clId="{D3827772-C6F8-4384-BB01-FBAEAEB5897E}" dt="2025-07-24T19:08:21.769" v="21" actId="12"/>
          <ac:spMkLst>
            <pc:docMk/>
            <pc:sldMk cId="3224527780" sldId="338"/>
            <ac:spMk id="3" creationId="{2C0A2F75-EB9D-4CD9-BA6E-AEBABCE1D4CD}"/>
          </ac:spMkLst>
        </pc:spChg>
      </pc:sldChg>
      <pc:sldChg chg="modSp mod">
        <pc:chgData name="Gabriela Nunes Lopes" userId="8eacf352355886ee" providerId="LiveId" clId="{D3827772-C6F8-4384-BB01-FBAEAEB5897E}" dt="2025-07-24T19:06:34.417" v="7" actId="123"/>
        <pc:sldMkLst>
          <pc:docMk/>
          <pc:sldMk cId="3100906076" sldId="340"/>
        </pc:sldMkLst>
        <pc:spChg chg="mod">
          <ac:chgData name="Gabriela Nunes Lopes" userId="8eacf352355886ee" providerId="LiveId" clId="{D3827772-C6F8-4384-BB01-FBAEAEB5897E}" dt="2025-07-24T19:06:34.417" v="7" actId="123"/>
          <ac:spMkLst>
            <pc:docMk/>
            <pc:sldMk cId="3100906076" sldId="340"/>
            <ac:spMk id="3" creationId="{D12E6FEB-8B12-FDDA-4099-07A2FBA89238}"/>
          </ac:spMkLst>
        </pc:spChg>
      </pc:sldChg>
    </pc:docChg>
  </pc:docChgLst>
  <pc:docChgLst>
    <pc:chgData name="Gabriela Nunes Lopes" userId="8eacf352355886ee" providerId="LiveId" clId="{A71B6CE4-AC41-47F9-80AD-C41A2D0462FA}"/>
    <pc:docChg chg="undo custSel addSld delSld modSld sldOrd modMainMaster">
      <pc:chgData name="Gabriela Nunes Lopes" userId="8eacf352355886ee" providerId="LiveId" clId="{A71B6CE4-AC41-47F9-80AD-C41A2D0462FA}" dt="2024-03-15T18:57:22.952" v="3198" actId="1076"/>
      <pc:docMkLst>
        <pc:docMk/>
      </pc:docMkLst>
      <pc:sldChg chg="modSp mod">
        <pc:chgData name="Gabriela Nunes Lopes" userId="8eacf352355886ee" providerId="LiveId" clId="{A71B6CE4-AC41-47F9-80AD-C41A2D0462FA}" dt="2024-02-29T19:00:41.442" v="2669" actId="20577"/>
        <pc:sldMkLst>
          <pc:docMk/>
          <pc:sldMk cId="0" sldId="256"/>
        </pc:sldMkLst>
      </pc:sldChg>
      <pc:sldChg chg="modSp mod">
        <pc:chgData name="Gabriela Nunes Lopes" userId="8eacf352355886ee" providerId="LiveId" clId="{A71B6CE4-AC41-47F9-80AD-C41A2D0462FA}" dt="2024-02-29T17:28:56.143" v="1239" actId="20577"/>
        <pc:sldMkLst>
          <pc:docMk/>
          <pc:sldMk cId="853310626" sldId="264"/>
        </pc:sldMkLst>
      </pc:sldChg>
      <pc:sldChg chg="modSp mod">
        <pc:chgData name="Gabriela Nunes Lopes" userId="8eacf352355886ee" providerId="LiveId" clId="{A71B6CE4-AC41-47F9-80AD-C41A2D0462FA}" dt="2024-03-04T19:29:32.538" v="2858" actId="12"/>
        <pc:sldMkLst>
          <pc:docMk/>
          <pc:sldMk cId="1964011590" sldId="270"/>
        </pc:sldMkLst>
      </pc:sldChg>
      <pc:sldChg chg="del">
        <pc:chgData name="Gabriela Nunes Lopes" userId="8eacf352355886ee" providerId="LiveId" clId="{A71B6CE4-AC41-47F9-80AD-C41A2D0462FA}" dt="2024-02-29T13:00:52.422" v="23" actId="47"/>
        <pc:sldMkLst>
          <pc:docMk/>
          <pc:sldMk cId="1969204887" sldId="272"/>
        </pc:sldMkLst>
      </pc:sldChg>
      <pc:sldChg chg="del">
        <pc:chgData name="Gabriela Nunes Lopes" userId="8eacf352355886ee" providerId="LiveId" clId="{A71B6CE4-AC41-47F9-80AD-C41A2D0462FA}" dt="2024-02-29T13:00:52.422" v="23" actId="47"/>
        <pc:sldMkLst>
          <pc:docMk/>
          <pc:sldMk cId="62729800" sldId="273"/>
        </pc:sldMkLst>
      </pc:sldChg>
      <pc:sldChg chg="del">
        <pc:chgData name="Gabriela Nunes Lopes" userId="8eacf352355886ee" providerId="LiveId" clId="{A71B6CE4-AC41-47F9-80AD-C41A2D0462FA}" dt="2024-02-29T13:00:52.422" v="23" actId="47"/>
        <pc:sldMkLst>
          <pc:docMk/>
          <pc:sldMk cId="3193173894" sldId="274"/>
        </pc:sldMkLst>
      </pc:sldChg>
      <pc:sldChg chg="del">
        <pc:chgData name="Gabriela Nunes Lopes" userId="8eacf352355886ee" providerId="LiveId" clId="{A71B6CE4-AC41-47F9-80AD-C41A2D0462FA}" dt="2024-02-29T13:00:52.422" v="23" actId="47"/>
        <pc:sldMkLst>
          <pc:docMk/>
          <pc:sldMk cId="1774804518" sldId="275"/>
        </pc:sldMkLst>
      </pc:sldChg>
      <pc:sldChg chg="del">
        <pc:chgData name="Gabriela Nunes Lopes" userId="8eacf352355886ee" providerId="LiveId" clId="{A71B6CE4-AC41-47F9-80AD-C41A2D0462FA}" dt="2024-02-29T13:00:52.422" v="23" actId="47"/>
        <pc:sldMkLst>
          <pc:docMk/>
          <pc:sldMk cId="698033069" sldId="276"/>
        </pc:sldMkLst>
      </pc:sldChg>
      <pc:sldChg chg="del">
        <pc:chgData name="Gabriela Nunes Lopes" userId="8eacf352355886ee" providerId="LiveId" clId="{A71B6CE4-AC41-47F9-80AD-C41A2D0462FA}" dt="2024-02-29T13:00:52.422" v="23" actId="47"/>
        <pc:sldMkLst>
          <pc:docMk/>
          <pc:sldMk cId="3283091139" sldId="277"/>
        </pc:sldMkLst>
      </pc:sldChg>
      <pc:sldChg chg="modSp mod">
        <pc:chgData name="Gabriela Nunes Lopes" userId="8eacf352355886ee" providerId="LiveId" clId="{A71B6CE4-AC41-47F9-80AD-C41A2D0462FA}" dt="2024-02-29T14:41:49.883" v="405" actId="403"/>
        <pc:sldMkLst>
          <pc:docMk/>
          <pc:sldMk cId="255638985" sldId="279"/>
        </pc:sldMkLst>
      </pc:sldChg>
      <pc:sldChg chg="del">
        <pc:chgData name="Gabriela Nunes Lopes" userId="8eacf352355886ee" providerId="LiveId" clId="{A71B6CE4-AC41-47F9-80AD-C41A2D0462FA}" dt="2024-02-29T13:00:52.422" v="23" actId="47"/>
        <pc:sldMkLst>
          <pc:docMk/>
          <pc:sldMk cId="3029997688" sldId="280"/>
        </pc:sldMkLst>
      </pc:sldChg>
      <pc:sldChg chg="modSp mod">
        <pc:chgData name="Gabriela Nunes Lopes" userId="8eacf352355886ee" providerId="LiveId" clId="{A71B6CE4-AC41-47F9-80AD-C41A2D0462FA}" dt="2024-02-29T14:42:07.700" v="414" actId="1076"/>
        <pc:sldMkLst>
          <pc:docMk/>
          <pc:sldMk cId="768248440" sldId="281"/>
        </pc:sldMkLst>
      </pc:sldChg>
      <pc:sldChg chg="modSp mod">
        <pc:chgData name="Gabriela Nunes Lopes" userId="8eacf352355886ee" providerId="LiveId" clId="{A71B6CE4-AC41-47F9-80AD-C41A2D0462FA}" dt="2024-02-29T14:42:40.137" v="427" actId="1076"/>
        <pc:sldMkLst>
          <pc:docMk/>
          <pc:sldMk cId="2253727691" sldId="282"/>
        </pc:sldMkLst>
      </pc:sldChg>
      <pc:sldChg chg="modSp mod">
        <pc:chgData name="Gabriela Nunes Lopes" userId="8eacf352355886ee" providerId="LiveId" clId="{A71B6CE4-AC41-47F9-80AD-C41A2D0462FA}" dt="2024-02-29T14:42:56.213" v="435" actId="403"/>
        <pc:sldMkLst>
          <pc:docMk/>
          <pc:sldMk cId="2436375823" sldId="283"/>
        </pc:sldMkLst>
      </pc:sldChg>
      <pc:sldChg chg="del">
        <pc:chgData name="Gabriela Nunes Lopes" userId="8eacf352355886ee" providerId="LiveId" clId="{A71B6CE4-AC41-47F9-80AD-C41A2D0462FA}" dt="2024-02-29T14:42:13.043" v="415" actId="47"/>
        <pc:sldMkLst>
          <pc:docMk/>
          <pc:sldMk cId="4142078015" sldId="284"/>
        </pc:sldMkLst>
      </pc:sldChg>
      <pc:sldChg chg="modSp del mod">
        <pc:chgData name="Gabriela Nunes Lopes" userId="8eacf352355886ee" providerId="LiveId" clId="{A71B6CE4-AC41-47F9-80AD-C41A2D0462FA}" dt="2024-02-29T14:49:24.962" v="989" actId="47"/>
        <pc:sldMkLst>
          <pc:docMk/>
          <pc:sldMk cId="2299677651" sldId="285"/>
        </pc:sldMkLst>
      </pc:sldChg>
      <pc:sldChg chg="addSp delSp modSp del mod">
        <pc:chgData name="Gabriela Nunes Lopes" userId="8eacf352355886ee" providerId="LiveId" clId="{A71B6CE4-AC41-47F9-80AD-C41A2D0462FA}" dt="2024-02-29T14:49:23.452" v="988" actId="47"/>
        <pc:sldMkLst>
          <pc:docMk/>
          <pc:sldMk cId="1226920447" sldId="286"/>
        </pc:sldMkLst>
      </pc:sldChg>
      <pc:sldChg chg="addSp delSp modSp mod">
        <pc:chgData name="Gabriela Nunes Lopes" userId="8eacf352355886ee" providerId="LiveId" clId="{A71B6CE4-AC41-47F9-80AD-C41A2D0462FA}" dt="2024-02-29T17:30:52.170" v="1265" actId="1076"/>
        <pc:sldMkLst>
          <pc:docMk/>
          <pc:sldMk cId="1904146908" sldId="288"/>
        </pc:sldMkLst>
      </pc:sldChg>
      <pc:sldChg chg="modSp mod">
        <pc:chgData name="Gabriela Nunes Lopes" userId="8eacf352355886ee" providerId="LiveId" clId="{A71B6CE4-AC41-47F9-80AD-C41A2D0462FA}" dt="2024-03-13T12:16:13.543" v="3123" actId="20577"/>
        <pc:sldMkLst>
          <pc:docMk/>
          <pc:sldMk cId="3719709138" sldId="289"/>
        </pc:sldMkLst>
      </pc:sldChg>
      <pc:sldChg chg="addSp delSp modSp mod modClrScheme modAnim chgLayout">
        <pc:chgData name="Gabriela Nunes Lopes" userId="8eacf352355886ee" providerId="LiveId" clId="{A71B6CE4-AC41-47F9-80AD-C41A2D0462FA}" dt="2024-03-04T19:31:00.673" v="2862"/>
        <pc:sldMkLst>
          <pc:docMk/>
          <pc:sldMk cId="191942472" sldId="290"/>
        </pc:sldMkLst>
      </pc:sldChg>
      <pc:sldChg chg="addSp delSp modSp mod modClrScheme modAnim chgLayout">
        <pc:chgData name="Gabriela Nunes Lopes" userId="8eacf352355886ee" providerId="LiveId" clId="{A71B6CE4-AC41-47F9-80AD-C41A2D0462FA}" dt="2024-03-13T12:16:43.164" v="3135" actId="27636"/>
        <pc:sldMkLst>
          <pc:docMk/>
          <pc:sldMk cId="3304287358" sldId="291"/>
        </pc:sldMkLst>
      </pc:sldChg>
      <pc:sldChg chg="addSp delSp modSp mod modClrScheme modAnim chgLayout modNotesTx">
        <pc:chgData name="Gabriela Nunes Lopes" userId="8eacf352355886ee" providerId="LiveId" clId="{A71B6CE4-AC41-47F9-80AD-C41A2D0462FA}" dt="2024-03-15T18:54:08.260" v="3187" actId="1076"/>
        <pc:sldMkLst>
          <pc:docMk/>
          <pc:sldMk cId="2493703661" sldId="292"/>
        </pc:sldMkLst>
      </pc:sldChg>
      <pc:sldChg chg="addSp delSp modSp mod modClrScheme delAnim modAnim chgLayout">
        <pc:chgData name="Gabriela Nunes Lopes" userId="8eacf352355886ee" providerId="LiveId" clId="{A71B6CE4-AC41-47F9-80AD-C41A2D0462FA}" dt="2024-03-15T18:55:06.152" v="3191" actId="27636"/>
        <pc:sldMkLst>
          <pc:docMk/>
          <pc:sldMk cId="1546952436" sldId="293"/>
        </pc:sldMkLst>
      </pc:sldChg>
      <pc:sldChg chg="addSp delSp modSp mod modClrScheme modAnim chgLayout">
        <pc:chgData name="Gabriela Nunes Lopes" userId="8eacf352355886ee" providerId="LiveId" clId="{A71B6CE4-AC41-47F9-80AD-C41A2D0462FA}" dt="2024-03-13T12:17:02.784" v="3141" actId="1076"/>
        <pc:sldMkLst>
          <pc:docMk/>
          <pc:sldMk cId="2075742635" sldId="294"/>
        </pc:sldMkLst>
      </pc:sldChg>
      <pc:sldChg chg="del">
        <pc:chgData name="Gabriela Nunes Lopes" userId="8eacf352355886ee" providerId="LiveId" clId="{A71B6CE4-AC41-47F9-80AD-C41A2D0462FA}" dt="2024-02-29T17:54:12.730" v="1615" actId="47"/>
        <pc:sldMkLst>
          <pc:docMk/>
          <pc:sldMk cId="2900796446" sldId="295"/>
        </pc:sldMkLst>
      </pc:sldChg>
      <pc:sldChg chg="del">
        <pc:chgData name="Gabriela Nunes Lopes" userId="8eacf352355886ee" providerId="LiveId" clId="{A71B6CE4-AC41-47F9-80AD-C41A2D0462FA}" dt="2024-02-29T17:54:12.730" v="1615" actId="47"/>
        <pc:sldMkLst>
          <pc:docMk/>
          <pc:sldMk cId="2093153863" sldId="296"/>
        </pc:sldMkLst>
      </pc:sldChg>
      <pc:sldChg chg="addSp modSp mod modAnim">
        <pc:chgData name="Gabriela Nunes Lopes" userId="8eacf352355886ee" providerId="LiveId" clId="{A71B6CE4-AC41-47F9-80AD-C41A2D0462FA}" dt="2024-03-04T19:30:54.143" v="2860"/>
        <pc:sldMkLst>
          <pc:docMk/>
          <pc:sldMk cId="1381226104" sldId="297"/>
        </pc:sldMkLst>
      </pc:sldChg>
      <pc:sldChg chg="del">
        <pc:chgData name="Gabriela Nunes Lopes" userId="8eacf352355886ee" providerId="LiveId" clId="{A71B6CE4-AC41-47F9-80AD-C41A2D0462FA}" dt="2024-02-29T13:00:52.422" v="23" actId="47"/>
        <pc:sldMkLst>
          <pc:docMk/>
          <pc:sldMk cId="2034905037" sldId="298"/>
        </pc:sldMkLst>
      </pc:sldChg>
      <pc:sldChg chg="del">
        <pc:chgData name="Gabriela Nunes Lopes" userId="8eacf352355886ee" providerId="LiveId" clId="{A71B6CE4-AC41-47F9-80AD-C41A2D0462FA}" dt="2024-02-29T13:00:52.422" v="23" actId="47"/>
        <pc:sldMkLst>
          <pc:docMk/>
          <pc:sldMk cId="3242575867" sldId="299"/>
        </pc:sldMkLst>
      </pc:sldChg>
      <pc:sldChg chg="del">
        <pc:chgData name="Gabriela Nunes Lopes" userId="8eacf352355886ee" providerId="LiveId" clId="{A71B6CE4-AC41-47F9-80AD-C41A2D0462FA}" dt="2024-02-29T13:00:52.422" v="23" actId="47"/>
        <pc:sldMkLst>
          <pc:docMk/>
          <pc:sldMk cId="2960034887" sldId="300"/>
        </pc:sldMkLst>
      </pc:sldChg>
      <pc:sldChg chg="del">
        <pc:chgData name="Gabriela Nunes Lopes" userId="8eacf352355886ee" providerId="LiveId" clId="{A71B6CE4-AC41-47F9-80AD-C41A2D0462FA}" dt="2024-02-29T13:00:52.422" v="23" actId="47"/>
        <pc:sldMkLst>
          <pc:docMk/>
          <pc:sldMk cId="970011374" sldId="301"/>
        </pc:sldMkLst>
      </pc:sldChg>
      <pc:sldChg chg="del">
        <pc:chgData name="Gabriela Nunes Lopes" userId="8eacf352355886ee" providerId="LiveId" clId="{A71B6CE4-AC41-47F9-80AD-C41A2D0462FA}" dt="2024-02-29T13:00:52.422" v="23" actId="47"/>
        <pc:sldMkLst>
          <pc:docMk/>
          <pc:sldMk cId="4212643942" sldId="302"/>
        </pc:sldMkLst>
      </pc:sldChg>
      <pc:sldChg chg="del">
        <pc:chgData name="Gabriela Nunes Lopes" userId="8eacf352355886ee" providerId="LiveId" clId="{A71B6CE4-AC41-47F9-80AD-C41A2D0462FA}" dt="2024-02-29T13:00:52.422" v="23" actId="47"/>
        <pc:sldMkLst>
          <pc:docMk/>
          <pc:sldMk cId="1249820587" sldId="303"/>
        </pc:sldMkLst>
      </pc:sldChg>
      <pc:sldChg chg="del">
        <pc:chgData name="Gabriela Nunes Lopes" userId="8eacf352355886ee" providerId="LiveId" clId="{A71B6CE4-AC41-47F9-80AD-C41A2D0462FA}" dt="2024-02-29T13:00:52.422" v="23" actId="47"/>
        <pc:sldMkLst>
          <pc:docMk/>
          <pc:sldMk cId="1432136467" sldId="304"/>
        </pc:sldMkLst>
      </pc:sldChg>
      <pc:sldChg chg="modSp add mod">
        <pc:chgData name="Gabriela Nunes Lopes" userId="8eacf352355886ee" providerId="LiveId" clId="{A71B6CE4-AC41-47F9-80AD-C41A2D0462FA}" dt="2024-02-29T17:29:16.099" v="1244" actId="20577"/>
        <pc:sldMkLst>
          <pc:docMk/>
          <pc:sldMk cId="660510798" sldId="305"/>
        </pc:sldMkLst>
      </pc:sldChg>
      <pc:sldChg chg="delSp modSp new mod">
        <pc:chgData name="Gabriela Nunes Lopes" userId="8eacf352355886ee" providerId="LiveId" clId="{A71B6CE4-AC41-47F9-80AD-C41A2D0462FA}" dt="2024-02-29T14:41:31.864" v="397" actId="403"/>
        <pc:sldMkLst>
          <pc:docMk/>
          <pc:sldMk cId="2068904877" sldId="306"/>
        </pc:sldMkLst>
      </pc:sldChg>
      <pc:sldChg chg="delSp modSp new mod">
        <pc:chgData name="Gabriela Nunes Lopes" userId="8eacf352355886ee" providerId="LiveId" clId="{A71B6CE4-AC41-47F9-80AD-C41A2D0462FA}" dt="2024-02-29T14:49:47.016" v="999" actId="207"/>
        <pc:sldMkLst>
          <pc:docMk/>
          <pc:sldMk cId="4196725829" sldId="307"/>
        </pc:sldMkLst>
      </pc:sldChg>
      <pc:sldChg chg="delSp modSp new mod">
        <pc:chgData name="Gabriela Nunes Lopes" userId="8eacf352355886ee" providerId="LiveId" clId="{A71B6CE4-AC41-47F9-80AD-C41A2D0462FA}" dt="2024-02-29T14:52:24.692" v="1073" actId="403"/>
        <pc:sldMkLst>
          <pc:docMk/>
          <pc:sldMk cId="3925608439" sldId="308"/>
        </pc:sldMkLst>
      </pc:sldChg>
      <pc:sldChg chg="delSp modSp new add del mod">
        <pc:chgData name="Gabriela Nunes Lopes" userId="8eacf352355886ee" providerId="LiveId" clId="{A71B6CE4-AC41-47F9-80AD-C41A2D0462FA}" dt="2024-02-29T15:03:32.706" v="1198" actId="47"/>
        <pc:sldMkLst>
          <pc:docMk/>
          <pc:sldMk cId="2463601198" sldId="309"/>
        </pc:sldMkLst>
      </pc:sldChg>
      <pc:sldChg chg="addSp delSp modSp add mod ord modClrScheme modAnim chgLayout">
        <pc:chgData name="Gabriela Nunes Lopes" userId="8eacf352355886ee" providerId="LiveId" clId="{A71B6CE4-AC41-47F9-80AD-C41A2D0462FA}" dt="2024-03-13T12:17:12.081" v="3143" actId="14100"/>
        <pc:sldMkLst>
          <pc:docMk/>
          <pc:sldMk cId="1002456011" sldId="310"/>
        </pc:sldMkLst>
      </pc:sldChg>
      <pc:sldChg chg="addSp delSp modSp add mod modClrScheme modAnim chgLayout">
        <pc:chgData name="Gabriela Nunes Lopes" userId="8eacf352355886ee" providerId="LiveId" clId="{A71B6CE4-AC41-47F9-80AD-C41A2D0462FA}" dt="2024-03-13T12:17:23.722" v="3149" actId="27636"/>
        <pc:sldMkLst>
          <pc:docMk/>
          <pc:sldMk cId="1037545363" sldId="311"/>
        </pc:sldMkLst>
      </pc:sldChg>
      <pc:sldChg chg="addSp delSp modSp add mod modClrScheme chgLayout">
        <pc:chgData name="Gabriela Nunes Lopes" userId="8eacf352355886ee" providerId="LiveId" clId="{A71B6CE4-AC41-47F9-80AD-C41A2D0462FA}" dt="2024-03-13T12:18:08.083" v="3167" actId="14100"/>
        <pc:sldMkLst>
          <pc:docMk/>
          <pc:sldMk cId="561226034" sldId="312"/>
        </pc:sldMkLst>
      </pc:sldChg>
      <pc:sldChg chg="add del">
        <pc:chgData name="Gabriela Nunes Lopes" userId="8eacf352355886ee" providerId="LiveId" clId="{A71B6CE4-AC41-47F9-80AD-C41A2D0462FA}" dt="2024-02-29T13:14:04.773" v="371" actId="47"/>
        <pc:sldMkLst>
          <pc:docMk/>
          <pc:sldMk cId="1365072655" sldId="313"/>
        </pc:sldMkLst>
      </pc:sldChg>
      <pc:sldChg chg="add del">
        <pc:chgData name="Gabriela Nunes Lopes" userId="8eacf352355886ee" providerId="LiveId" clId="{A71B6CE4-AC41-47F9-80AD-C41A2D0462FA}" dt="2024-02-29T13:14:04.773" v="371" actId="47"/>
        <pc:sldMkLst>
          <pc:docMk/>
          <pc:sldMk cId="3060686019" sldId="314"/>
        </pc:sldMkLst>
      </pc:sldChg>
      <pc:sldChg chg="add del">
        <pc:chgData name="Gabriela Nunes Lopes" userId="8eacf352355886ee" providerId="LiveId" clId="{A71B6CE4-AC41-47F9-80AD-C41A2D0462FA}" dt="2024-02-29T13:14:04.773" v="371" actId="47"/>
        <pc:sldMkLst>
          <pc:docMk/>
          <pc:sldMk cId="2607346120" sldId="315"/>
        </pc:sldMkLst>
      </pc:sldChg>
      <pc:sldChg chg="add del">
        <pc:chgData name="Gabriela Nunes Lopes" userId="8eacf352355886ee" providerId="LiveId" clId="{A71B6CE4-AC41-47F9-80AD-C41A2D0462FA}" dt="2024-02-29T13:14:06.839" v="372" actId="47"/>
        <pc:sldMkLst>
          <pc:docMk/>
          <pc:sldMk cId="1028846968" sldId="316"/>
        </pc:sldMkLst>
      </pc:sldChg>
      <pc:sldChg chg="add del">
        <pc:chgData name="Gabriela Nunes Lopes" userId="8eacf352355886ee" providerId="LiveId" clId="{A71B6CE4-AC41-47F9-80AD-C41A2D0462FA}" dt="2024-02-29T13:14:06.839" v="372" actId="47"/>
        <pc:sldMkLst>
          <pc:docMk/>
          <pc:sldMk cId="973972136" sldId="317"/>
        </pc:sldMkLst>
      </pc:sldChg>
      <pc:sldChg chg="add del">
        <pc:chgData name="Gabriela Nunes Lopes" userId="8eacf352355886ee" providerId="LiveId" clId="{A71B6CE4-AC41-47F9-80AD-C41A2D0462FA}" dt="2024-02-29T13:15:46.522" v="388" actId="47"/>
        <pc:sldMkLst>
          <pc:docMk/>
          <pc:sldMk cId="4019002495" sldId="318"/>
        </pc:sldMkLst>
      </pc:sldChg>
      <pc:sldChg chg="add del">
        <pc:chgData name="Gabriela Nunes Lopes" userId="8eacf352355886ee" providerId="LiveId" clId="{A71B6CE4-AC41-47F9-80AD-C41A2D0462FA}" dt="2024-02-29T13:15:46.522" v="388" actId="47"/>
        <pc:sldMkLst>
          <pc:docMk/>
          <pc:sldMk cId="4239208703" sldId="319"/>
        </pc:sldMkLst>
      </pc:sldChg>
      <pc:sldChg chg="add del">
        <pc:chgData name="Gabriela Nunes Lopes" userId="8eacf352355886ee" providerId="LiveId" clId="{A71B6CE4-AC41-47F9-80AD-C41A2D0462FA}" dt="2024-02-29T13:15:46.522" v="388" actId="47"/>
        <pc:sldMkLst>
          <pc:docMk/>
          <pc:sldMk cId="3624068790" sldId="320"/>
        </pc:sldMkLst>
      </pc:sldChg>
      <pc:sldChg chg="add del">
        <pc:chgData name="Gabriela Nunes Lopes" userId="8eacf352355886ee" providerId="LiveId" clId="{A71B6CE4-AC41-47F9-80AD-C41A2D0462FA}" dt="2024-02-29T13:15:46.522" v="388" actId="47"/>
        <pc:sldMkLst>
          <pc:docMk/>
          <pc:sldMk cId="1609463387" sldId="321"/>
        </pc:sldMkLst>
      </pc:sldChg>
      <pc:sldChg chg="add del">
        <pc:chgData name="Gabriela Nunes Lopes" userId="8eacf352355886ee" providerId="LiveId" clId="{A71B6CE4-AC41-47F9-80AD-C41A2D0462FA}" dt="2024-02-29T13:15:46.522" v="388" actId="47"/>
        <pc:sldMkLst>
          <pc:docMk/>
          <pc:sldMk cId="3187551097" sldId="322"/>
        </pc:sldMkLst>
      </pc:sldChg>
      <pc:sldChg chg="add del">
        <pc:chgData name="Gabriela Nunes Lopes" userId="8eacf352355886ee" providerId="LiveId" clId="{A71B6CE4-AC41-47F9-80AD-C41A2D0462FA}" dt="2024-02-29T13:15:46.522" v="388" actId="47"/>
        <pc:sldMkLst>
          <pc:docMk/>
          <pc:sldMk cId="3170601646" sldId="323"/>
        </pc:sldMkLst>
      </pc:sldChg>
      <pc:sldChg chg="add del">
        <pc:chgData name="Gabriela Nunes Lopes" userId="8eacf352355886ee" providerId="LiveId" clId="{A71B6CE4-AC41-47F9-80AD-C41A2D0462FA}" dt="2024-02-29T13:15:51.732" v="389" actId="47"/>
        <pc:sldMkLst>
          <pc:docMk/>
          <pc:sldMk cId="2382124905" sldId="324"/>
        </pc:sldMkLst>
      </pc:sldChg>
      <pc:sldChg chg="add del">
        <pc:chgData name="Gabriela Nunes Lopes" userId="8eacf352355886ee" providerId="LiveId" clId="{A71B6CE4-AC41-47F9-80AD-C41A2D0462FA}" dt="2024-02-29T13:15:51.732" v="389" actId="47"/>
        <pc:sldMkLst>
          <pc:docMk/>
          <pc:sldMk cId="398167625" sldId="325"/>
        </pc:sldMkLst>
      </pc:sldChg>
      <pc:sldChg chg="add del">
        <pc:chgData name="Gabriela Nunes Lopes" userId="8eacf352355886ee" providerId="LiveId" clId="{A71B6CE4-AC41-47F9-80AD-C41A2D0462FA}" dt="2024-02-29T13:15:51.732" v="389" actId="47"/>
        <pc:sldMkLst>
          <pc:docMk/>
          <pc:sldMk cId="70498206" sldId="326"/>
        </pc:sldMkLst>
      </pc:sldChg>
      <pc:sldChg chg="modSp add mod">
        <pc:chgData name="Gabriela Nunes Lopes" userId="8eacf352355886ee" providerId="LiveId" clId="{A71B6CE4-AC41-47F9-80AD-C41A2D0462FA}" dt="2024-02-29T19:00:10.020" v="2632" actId="1076"/>
        <pc:sldMkLst>
          <pc:docMk/>
          <pc:sldMk cId="2593394190" sldId="327"/>
        </pc:sldMkLst>
      </pc:sldChg>
      <pc:sldChg chg="addSp delSp modSp add mod modClrScheme chgLayout modNotesTx">
        <pc:chgData name="Gabriela Nunes Lopes" userId="8eacf352355886ee" providerId="LiveId" clId="{A71B6CE4-AC41-47F9-80AD-C41A2D0462FA}" dt="2024-03-05T13:14:32.052" v="3065" actId="403"/>
        <pc:sldMkLst>
          <pc:docMk/>
          <pc:sldMk cId="536825660" sldId="328"/>
        </pc:sldMkLst>
      </pc:sldChg>
      <pc:sldChg chg="modSp add del mod">
        <pc:chgData name="Gabriela Nunes Lopes" userId="8eacf352355886ee" providerId="LiveId" clId="{A71B6CE4-AC41-47F9-80AD-C41A2D0462FA}" dt="2024-02-29T18:06:08.232" v="2006" actId="47"/>
        <pc:sldMkLst>
          <pc:docMk/>
          <pc:sldMk cId="869711578" sldId="329"/>
        </pc:sldMkLst>
      </pc:sldChg>
      <pc:sldChg chg="modSp add del mod">
        <pc:chgData name="Gabriela Nunes Lopes" userId="8eacf352355886ee" providerId="LiveId" clId="{A71B6CE4-AC41-47F9-80AD-C41A2D0462FA}" dt="2024-02-29T18:03:45.659" v="1735" actId="47"/>
        <pc:sldMkLst>
          <pc:docMk/>
          <pc:sldMk cId="3075393867" sldId="330"/>
        </pc:sldMkLst>
      </pc:sldChg>
      <pc:sldChg chg="addSp delSp modSp add mod modClrScheme chgLayout">
        <pc:chgData name="Gabriela Nunes Lopes" userId="8eacf352355886ee" providerId="LiveId" clId="{A71B6CE4-AC41-47F9-80AD-C41A2D0462FA}" dt="2024-03-13T12:19:08.829" v="3185" actId="27636"/>
        <pc:sldMkLst>
          <pc:docMk/>
          <pc:sldMk cId="1365441683" sldId="331"/>
        </pc:sldMkLst>
      </pc:sldChg>
      <pc:sldChg chg="addSp delSp modSp add mod ord modClrScheme modAnim chgLayout">
        <pc:chgData name="Gabriela Nunes Lopes" userId="8eacf352355886ee" providerId="LiveId" clId="{A71B6CE4-AC41-47F9-80AD-C41A2D0462FA}" dt="2024-03-13T12:17:48.882" v="3161" actId="14100"/>
        <pc:sldMkLst>
          <pc:docMk/>
          <pc:sldMk cId="560509635" sldId="332"/>
        </pc:sldMkLst>
      </pc:sldChg>
      <pc:sldChg chg="addSp delSp modSp add mod modClrScheme modAnim chgLayout">
        <pc:chgData name="Gabriela Nunes Lopes" userId="8eacf352355886ee" providerId="LiveId" clId="{A71B6CE4-AC41-47F9-80AD-C41A2D0462FA}" dt="2024-03-15T18:57:22.952" v="3198" actId="1076"/>
        <pc:sldMkLst>
          <pc:docMk/>
          <pc:sldMk cId="3145557688" sldId="333"/>
        </pc:sldMkLst>
      </pc:sldChg>
      <pc:sldChg chg="addSp delSp modSp add mod modClrScheme modAnim chgLayout">
        <pc:chgData name="Gabriela Nunes Lopes" userId="8eacf352355886ee" providerId="LiveId" clId="{A71B6CE4-AC41-47F9-80AD-C41A2D0462FA}" dt="2024-03-13T12:18:21.042" v="3171" actId="14100"/>
        <pc:sldMkLst>
          <pc:docMk/>
          <pc:sldMk cId="2646357884" sldId="334"/>
        </pc:sldMkLst>
      </pc:sldChg>
      <pc:sldChg chg="addSp delSp modSp add mod modClrScheme modAnim chgLayout">
        <pc:chgData name="Gabriela Nunes Lopes" userId="8eacf352355886ee" providerId="LiveId" clId="{A71B6CE4-AC41-47F9-80AD-C41A2D0462FA}" dt="2024-03-13T12:18:34.232" v="3176" actId="14100"/>
        <pc:sldMkLst>
          <pc:docMk/>
          <pc:sldMk cId="4095809065" sldId="335"/>
        </pc:sldMkLst>
      </pc:sldChg>
      <pc:sldChg chg="addSp delSp modSp add mod modClrScheme modAnim chgLayout">
        <pc:chgData name="Gabriela Nunes Lopes" userId="8eacf352355886ee" providerId="LiveId" clId="{A71B6CE4-AC41-47F9-80AD-C41A2D0462FA}" dt="2024-03-13T12:18:39.650" v="3178" actId="14100"/>
        <pc:sldMkLst>
          <pc:docMk/>
          <pc:sldMk cId="507742054" sldId="336"/>
        </pc:sldMkLst>
      </pc:sldChg>
      <pc:sldChg chg="addSp delSp modSp add mod modClrScheme modAnim chgLayout">
        <pc:chgData name="Gabriela Nunes Lopes" userId="8eacf352355886ee" providerId="LiveId" clId="{A71B6CE4-AC41-47F9-80AD-C41A2D0462FA}" dt="2024-03-13T12:18:46.142" v="3181" actId="27636"/>
        <pc:sldMkLst>
          <pc:docMk/>
          <pc:sldMk cId="301944608" sldId="337"/>
        </pc:sldMkLst>
      </pc:sldChg>
      <pc:sldChg chg="addSp delSp modSp add mod modClrScheme modAnim chgLayout">
        <pc:chgData name="Gabriela Nunes Lopes" userId="8eacf352355886ee" providerId="LiveId" clId="{A71B6CE4-AC41-47F9-80AD-C41A2D0462FA}" dt="2024-03-15T18:56:49.245" v="3197" actId="27636"/>
        <pc:sldMkLst>
          <pc:docMk/>
          <pc:sldMk cId="3224527780" sldId="338"/>
        </pc:sldMkLst>
      </pc:sldChg>
      <pc:sldChg chg="modSp add mod">
        <pc:chgData name="Gabriela Nunes Lopes" userId="8eacf352355886ee" providerId="LiveId" clId="{A71B6CE4-AC41-47F9-80AD-C41A2D0462FA}" dt="2024-03-04T19:21:36.644" v="2708" actId="123"/>
        <pc:sldMkLst>
          <pc:docMk/>
          <pc:sldMk cId="3272540030" sldId="339"/>
        </pc:sldMkLst>
      </pc:sldChg>
      <pc:sldChg chg="addSp delSp modSp add mod chgLayout">
        <pc:chgData name="Gabriela Nunes Lopes" userId="8eacf352355886ee" providerId="LiveId" clId="{A71B6CE4-AC41-47F9-80AD-C41A2D0462FA}" dt="2024-03-13T12:17:34.042" v="3156" actId="27636"/>
        <pc:sldMkLst>
          <pc:docMk/>
          <pc:sldMk cId="3100906076" sldId="340"/>
        </pc:sldMkLst>
      </pc:sldChg>
      <pc:sldMasterChg chg="modSldLayout">
        <pc:chgData name="Gabriela Nunes Lopes" userId="8eacf352355886ee" providerId="LiveId" clId="{A71B6CE4-AC41-47F9-80AD-C41A2D0462FA}" dt="2024-02-29T14:59:47.354" v="1181" actId="12"/>
        <pc:sldMasterMkLst>
          <pc:docMk/>
          <pc:sldMasterMk cId="0" sldId="2147483648"/>
        </pc:sldMasterMkLst>
        <pc:sldLayoutChg chg="modSp mod">
          <pc:chgData name="Gabriela Nunes Lopes" userId="8eacf352355886ee" providerId="LiveId" clId="{A71B6CE4-AC41-47F9-80AD-C41A2D0462FA}" dt="2024-02-29T14:59:44.837" v="1180" actId="12"/>
          <pc:sldLayoutMkLst>
            <pc:docMk/>
            <pc:sldMasterMk cId="0" sldId="2147483648"/>
            <pc:sldLayoutMk cId="0" sldId="2147483650"/>
          </pc:sldLayoutMkLst>
        </pc:sldLayoutChg>
        <pc:sldLayoutChg chg="modSp">
          <pc:chgData name="Gabriela Nunes Lopes" userId="8eacf352355886ee" providerId="LiveId" clId="{A71B6CE4-AC41-47F9-80AD-C41A2D0462FA}" dt="2024-02-29T14:59:47.354" v="1181" actId="12"/>
          <pc:sldLayoutMkLst>
            <pc:docMk/>
            <pc:sldMasterMk cId="0" sldId="2147483648"/>
            <pc:sldLayoutMk cId="0" sldId="2147483651"/>
          </pc:sldLayoutMkLst>
        </pc:sldLayoutChg>
      </pc:sldMasterChg>
    </pc:docChg>
  </pc:docChgLst>
  <pc:docChgLst>
    <pc:chgData name="Gabriela Nunes Lopes" userId="8eacf352355886ee" providerId="LiveId" clId="{68D6575E-1163-4F23-BCBF-E9B223140C1F}"/>
    <pc:docChg chg="undo custSel addSld delSld modSld sldOrd">
      <pc:chgData name="Gabriela Nunes Lopes" userId="8eacf352355886ee" providerId="LiveId" clId="{68D6575E-1163-4F23-BCBF-E9B223140C1F}" dt="2024-02-29T12:29:00.698" v="721"/>
      <pc:docMkLst>
        <pc:docMk/>
      </pc:docMkLst>
      <pc:sldChg chg="modSp mod">
        <pc:chgData name="Gabriela Nunes Lopes" userId="8eacf352355886ee" providerId="LiveId" clId="{68D6575E-1163-4F23-BCBF-E9B223140C1F}" dt="2024-02-29T11:36:42.612" v="56" actId="20577"/>
        <pc:sldMkLst>
          <pc:docMk/>
          <pc:sldMk cId="0" sldId="256"/>
        </pc:sldMkLst>
      </pc:sldChg>
      <pc:sldChg chg="del">
        <pc:chgData name="Gabriela Nunes Lopes" userId="8eacf352355886ee" providerId="LiveId" clId="{68D6575E-1163-4F23-BCBF-E9B223140C1F}" dt="2024-02-29T11:36:22.547" v="28" actId="47"/>
        <pc:sldMkLst>
          <pc:docMk/>
          <pc:sldMk cId="0" sldId="257"/>
        </pc:sldMkLst>
      </pc:sldChg>
      <pc:sldChg chg="modSp mod">
        <pc:chgData name="Gabriela Nunes Lopes" userId="8eacf352355886ee" providerId="LiveId" clId="{68D6575E-1163-4F23-BCBF-E9B223140C1F}" dt="2024-02-29T11:54:28.916" v="190" actId="20577"/>
        <pc:sldMkLst>
          <pc:docMk/>
          <pc:sldMk cId="853310626" sldId="264"/>
        </pc:sldMkLst>
      </pc:sldChg>
      <pc:sldChg chg="del">
        <pc:chgData name="Gabriela Nunes Lopes" userId="8eacf352355886ee" providerId="LiveId" clId="{68D6575E-1163-4F23-BCBF-E9B223140C1F}" dt="2024-02-29T11:36:22.547" v="28" actId="47"/>
        <pc:sldMkLst>
          <pc:docMk/>
          <pc:sldMk cId="2482204830" sldId="266"/>
        </pc:sldMkLst>
      </pc:sldChg>
      <pc:sldChg chg="del">
        <pc:chgData name="Gabriela Nunes Lopes" userId="8eacf352355886ee" providerId="LiveId" clId="{68D6575E-1163-4F23-BCBF-E9B223140C1F}" dt="2024-02-29T11:36:22.547" v="28" actId="47"/>
        <pc:sldMkLst>
          <pc:docMk/>
          <pc:sldMk cId="1127492932" sldId="267"/>
        </pc:sldMkLst>
      </pc:sldChg>
      <pc:sldChg chg="del">
        <pc:chgData name="Gabriela Nunes Lopes" userId="8eacf352355886ee" providerId="LiveId" clId="{68D6575E-1163-4F23-BCBF-E9B223140C1F}" dt="2024-02-29T11:36:22.547" v="28" actId="47"/>
        <pc:sldMkLst>
          <pc:docMk/>
          <pc:sldMk cId="887727809" sldId="268"/>
        </pc:sldMkLst>
      </pc:sldChg>
      <pc:sldChg chg="del">
        <pc:chgData name="Gabriela Nunes Lopes" userId="8eacf352355886ee" providerId="LiveId" clId="{68D6575E-1163-4F23-BCBF-E9B223140C1F}" dt="2024-02-29T11:36:22.547" v="28" actId="47"/>
        <pc:sldMkLst>
          <pc:docMk/>
          <pc:sldMk cId="2002521194" sldId="269"/>
        </pc:sldMkLst>
      </pc:sldChg>
      <pc:sldChg chg="addSp delSp modSp mod">
        <pc:chgData name="Gabriela Nunes Lopes" userId="8eacf352355886ee" providerId="LiveId" clId="{68D6575E-1163-4F23-BCBF-E9B223140C1F}" dt="2024-02-29T12:14:32.355" v="521" actId="207"/>
        <pc:sldMkLst>
          <pc:docMk/>
          <pc:sldMk cId="1964011590" sldId="270"/>
        </pc:sldMkLst>
      </pc:sldChg>
      <pc:sldChg chg="modSp new mod">
        <pc:chgData name="Gabriela Nunes Lopes" userId="8eacf352355886ee" providerId="LiveId" clId="{68D6575E-1163-4F23-BCBF-E9B223140C1F}" dt="2024-02-29T11:56:27.321" v="252" actId="123"/>
        <pc:sldMkLst>
          <pc:docMk/>
          <pc:sldMk cId="1969204887" sldId="272"/>
        </pc:sldMkLst>
      </pc:sldChg>
      <pc:sldChg chg="modSp add mod ord">
        <pc:chgData name="Gabriela Nunes Lopes" userId="8eacf352355886ee" providerId="LiveId" clId="{68D6575E-1163-4F23-BCBF-E9B223140C1F}" dt="2024-02-29T12:18:58.937" v="641" actId="20577"/>
        <pc:sldMkLst>
          <pc:docMk/>
          <pc:sldMk cId="62729800" sldId="273"/>
        </pc:sldMkLst>
      </pc:sldChg>
      <pc:sldChg chg="modSp add mod">
        <pc:chgData name="Gabriela Nunes Lopes" userId="8eacf352355886ee" providerId="LiveId" clId="{68D6575E-1163-4F23-BCBF-E9B223140C1F}" dt="2024-02-29T11:57:06.846" v="269"/>
        <pc:sldMkLst>
          <pc:docMk/>
          <pc:sldMk cId="3193173894" sldId="274"/>
        </pc:sldMkLst>
      </pc:sldChg>
      <pc:sldChg chg="modSp add mod">
        <pc:chgData name="Gabriela Nunes Lopes" userId="8eacf352355886ee" providerId="LiveId" clId="{68D6575E-1163-4F23-BCBF-E9B223140C1F}" dt="2024-02-29T11:57:17.687" v="270"/>
        <pc:sldMkLst>
          <pc:docMk/>
          <pc:sldMk cId="1774804518" sldId="275"/>
        </pc:sldMkLst>
      </pc:sldChg>
      <pc:sldChg chg="modSp add mod">
        <pc:chgData name="Gabriela Nunes Lopes" userId="8eacf352355886ee" providerId="LiveId" clId="{68D6575E-1163-4F23-BCBF-E9B223140C1F}" dt="2024-02-29T11:57:52.565" v="271"/>
        <pc:sldMkLst>
          <pc:docMk/>
          <pc:sldMk cId="698033069" sldId="276"/>
        </pc:sldMkLst>
      </pc:sldChg>
      <pc:sldChg chg="addSp modSp add mod">
        <pc:chgData name="Gabriela Nunes Lopes" userId="8eacf352355886ee" providerId="LiveId" clId="{68D6575E-1163-4F23-BCBF-E9B223140C1F}" dt="2024-02-29T12:18:16.656" v="588" actId="1076"/>
        <pc:sldMkLst>
          <pc:docMk/>
          <pc:sldMk cId="3283091139" sldId="277"/>
        </pc:sldMkLst>
      </pc:sldChg>
      <pc:sldChg chg="add del">
        <pc:chgData name="Gabriela Nunes Lopes" userId="8eacf352355886ee" providerId="LiveId" clId="{68D6575E-1163-4F23-BCBF-E9B223140C1F}" dt="2024-02-29T11:58:12.069" v="273" actId="47"/>
        <pc:sldMkLst>
          <pc:docMk/>
          <pc:sldMk cId="2285201033" sldId="278"/>
        </pc:sldMkLst>
      </pc:sldChg>
      <pc:sldChg chg="addSp modSp add mod">
        <pc:chgData name="Gabriela Nunes Lopes" userId="8eacf352355886ee" providerId="LiveId" clId="{68D6575E-1163-4F23-BCBF-E9B223140C1F}" dt="2024-02-29T12:04:07.258" v="373" actId="1076"/>
        <pc:sldMkLst>
          <pc:docMk/>
          <pc:sldMk cId="255638985" sldId="279"/>
        </pc:sldMkLst>
      </pc:sldChg>
      <pc:sldChg chg="modSp new mod">
        <pc:chgData name="Gabriela Nunes Lopes" userId="8eacf352355886ee" providerId="LiveId" clId="{68D6575E-1163-4F23-BCBF-E9B223140C1F}" dt="2024-02-29T11:58:22.185" v="284" actId="20577"/>
        <pc:sldMkLst>
          <pc:docMk/>
          <pc:sldMk cId="3029997688" sldId="280"/>
        </pc:sldMkLst>
      </pc:sldChg>
      <pc:sldChg chg="addSp modSp add mod">
        <pc:chgData name="Gabriela Nunes Lopes" userId="8eacf352355886ee" providerId="LiveId" clId="{68D6575E-1163-4F23-BCBF-E9B223140C1F}" dt="2024-02-29T12:04:36.485" v="388" actId="1076"/>
        <pc:sldMkLst>
          <pc:docMk/>
          <pc:sldMk cId="768248440" sldId="281"/>
        </pc:sldMkLst>
      </pc:sldChg>
      <pc:sldChg chg="addSp modSp add mod">
        <pc:chgData name="Gabriela Nunes Lopes" userId="8eacf352355886ee" providerId="LiveId" clId="{68D6575E-1163-4F23-BCBF-E9B223140C1F}" dt="2024-02-29T12:05:16.615" v="429" actId="1076"/>
        <pc:sldMkLst>
          <pc:docMk/>
          <pc:sldMk cId="2253727691" sldId="282"/>
        </pc:sldMkLst>
      </pc:sldChg>
      <pc:sldChg chg="addSp modSp add mod">
        <pc:chgData name="Gabriela Nunes Lopes" userId="8eacf352355886ee" providerId="LiveId" clId="{68D6575E-1163-4F23-BCBF-E9B223140C1F}" dt="2024-02-29T12:05:44.935" v="447" actId="1076"/>
        <pc:sldMkLst>
          <pc:docMk/>
          <pc:sldMk cId="2436375823" sldId="283"/>
        </pc:sldMkLst>
      </pc:sldChg>
      <pc:sldChg chg="add">
        <pc:chgData name="Gabriela Nunes Lopes" userId="8eacf352355886ee" providerId="LiveId" clId="{68D6575E-1163-4F23-BCBF-E9B223140C1F}" dt="2024-02-29T12:04:37.986" v="389"/>
        <pc:sldMkLst>
          <pc:docMk/>
          <pc:sldMk cId="4142078015" sldId="284"/>
        </pc:sldMkLst>
      </pc:sldChg>
      <pc:sldChg chg="delSp modSp add mod">
        <pc:chgData name="Gabriela Nunes Lopes" userId="8eacf352355886ee" providerId="LiveId" clId="{68D6575E-1163-4F23-BCBF-E9B223140C1F}" dt="2024-02-29T12:07:53.725" v="454" actId="478"/>
        <pc:sldMkLst>
          <pc:docMk/>
          <pc:sldMk cId="2299677651" sldId="285"/>
        </pc:sldMkLst>
      </pc:sldChg>
      <pc:sldChg chg="addSp delSp modSp add mod">
        <pc:chgData name="Gabriela Nunes Lopes" userId="8eacf352355886ee" providerId="LiveId" clId="{68D6575E-1163-4F23-BCBF-E9B223140C1F}" dt="2024-02-29T12:19:08.491" v="642" actId="1076"/>
        <pc:sldMkLst>
          <pc:docMk/>
          <pc:sldMk cId="1226920447" sldId="286"/>
        </pc:sldMkLst>
      </pc:sldChg>
      <pc:sldChg chg="delSp add del mod">
        <pc:chgData name="Gabriela Nunes Lopes" userId="8eacf352355886ee" providerId="LiveId" clId="{68D6575E-1163-4F23-BCBF-E9B223140C1F}" dt="2024-02-29T12:19:13.451" v="643" actId="47"/>
        <pc:sldMkLst>
          <pc:docMk/>
          <pc:sldMk cId="3377941058" sldId="287"/>
        </pc:sldMkLst>
      </pc:sldChg>
      <pc:sldChg chg="addSp delSp modSp add mod">
        <pc:chgData name="Gabriela Nunes Lopes" userId="8eacf352355886ee" providerId="LiveId" clId="{68D6575E-1163-4F23-BCBF-E9B223140C1F}" dt="2024-02-29T12:10:18.834" v="488" actId="1076"/>
        <pc:sldMkLst>
          <pc:docMk/>
          <pc:sldMk cId="1904146908" sldId="288"/>
        </pc:sldMkLst>
      </pc:sldChg>
      <pc:sldChg chg="addSp delSp modSp add mod">
        <pc:chgData name="Gabriela Nunes Lopes" userId="8eacf352355886ee" providerId="LiveId" clId="{68D6575E-1163-4F23-BCBF-E9B223140C1F}" dt="2024-02-29T12:10:11.728" v="485" actId="1076"/>
        <pc:sldMkLst>
          <pc:docMk/>
          <pc:sldMk cId="3719709138" sldId="289"/>
        </pc:sldMkLst>
      </pc:sldChg>
      <pc:sldChg chg="delSp modSp add mod">
        <pc:chgData name="Gabriela Nunes Lopes" userId="8eacf352355886ee" providerId="LiveId" clId="{68D6575E-1163-4F23-BCBF-E9B223140C1F}" dt="2024-02-29T12:15:03.406" v="527" actId="1076"/>
        <pc:sldMkLst>
          <pc:docMk/>
          <pc:sldMk cId="191942472" sldId="290"/>
        </pc:sldMkLst>
      </pc:sldChg>
      <pc:sldChg chg="modSp add mod">
        <pc:chgData name="Gabriela Nunes Lopes" userId="8eacf352355886ee" providerId="LiveId" clId="{68D6575E-1163-4F23-BCBF-E9B223140C1F}" dt="2024-02-29T12:15:26.803" v="535"/>
        <pc:sldMkLst>
          <pc:docMk/>
          <pc:sldMk cId="3304287358" sldId="291"/>
        </pc:sldMkLst>
      </pc:sldChg>
      <pc:sldChg chg="add del">
        <pc:chgData name="Gabriela Nunes Lopes" userId="8eacf352355886ee" providerId="LiveId" clId="{68D6575E-1163-4F23-BCBF-E9B223140C1F}" dt="2024-02-29T12:15:05.207" v="528" actId="47"/>
        <pc:sldMkLst>
          <pc:docMk/>
          <pc:sldMk cId="3896281318" sldId="291"/>
        </pc:sldMkLst>
      </pc:sldChg>
      <pc:sldChg chg="modSp add mod">
        <pc:chgData name="Gabriela Nunes Lopes" userId="8eacf352355886ee" providerId="LiveId" clId="{68D6575E-1163-4F23-BCBF-E9B223140C1F}" dt="2024-02-29T12:15:40.506" v="536"/>
        <pc:sldMkLst>
          <pc:docMk/>
          <pc:sldMk cId="2493703661" sldId="292"/>
        </pc:sldMkLst>
      </pc:sldChg>
      <pc:sldChg chg="add del">
        <pc:chgData name="Gabriela Nunes Lopes" userId="8eacf352355886ee" providerId="LiveId" clId="{68D6575E-1163-4F23-BCBF-E9B223140C1F}" dt="2024-02-29T12:15:05.207" v="528" actId="47"/>
        <pc:sldMkLst>
          <pc:docMk/>
          <pc:sldMk cId="4073070845" sldId="292"/>
        </pc:sldMkLst>
      </pc:sldChg>
      <pc:sldChg chg="modSp add mod">
        <pc:chgData name="Gabriela Nunes Lopes" userId="8eacf352355886ee" providerId="LiveId" clId="{68D6575E-1163-4F23-BCBF-E9B223140C1F}" dt="2024-02-29T12:15:55.011" v="537"/>
        <pc:sldMkLst>
          <pc:docMk/>
          <pc:sldMk cId="1546952436" sldId="293"/>
        </pc:sldMkLst>
      </pc:sldChg>
      <pc:sldChg chg="modSp add mod">
        <pc:chgData name="Gabriela Nunes Lopes" userId="8eacf352355886ee" providerId="LiveId" clId="{68D6575E-1163-4F23-BCBF-E9B223140C1F}" dt="2024-02-29T12:16:07.851" v="538"/>
        <pc:sldMkLst>
          <pc:docMk/>
          <pc:sldMk cId="2075742635" sldId="294"/>
        </pc:sldMkLst>
      </pc:sldChg>
      <pc:sldChg chg="add">
        <pc:chgData name="Gabriela Nunes Lopes" userId="8eacf352355886ee" providerId="LiveId" clId="{68D6575E-1163-4F23-BCBF-E9B223140C1F}" dt="2024-02-29T12:15:08.292" v="533"/>
        <pc:sldMkLst>
          <pc:docMk/>
          <pc:sldMk cId="2900796446" sldId="295"/>
        </pc:sldMkLst>
      </pc:sldChg>
      <pc:sldChg chg="add">
        <pc:chgData name="Gabriela Nunes Lopes" userId="8eacf352355886ee" providerId="LiveId" clId="{68D6575E-1163-4F23-BCBF-E9B223140C1F}" dt="2024-02-29T12:15:08.478" v="534"/>
        <pc:sldMkLst>
          <pc:docMk/>
          <pc:sldMk cId="2093153863" sldId="296"/>
        </pc:sldMkLst>
      </pc:sldChg>
      <pc:sldChg chg="modSp new mod">
        <pc:chgData name="Gabriela Nunes Lopes" userId="8eacf352355886ee" providerId="LiveId" clId="{68D6575E-1163-4F23-BCBF-E9B223140C1F}" dt="2024-02-29T12:17:16.350" v="585" actId="255"/>
        <pc:sldMkLst>
          <pc:docMk/>
          <pc:sldMk cId="1381226104" sldId="297"/>
        </pc:sldMkLst>
      </pc:sldChg>
      <pc:sldChg chg="add">
        <pc:chgData name="Gabriela Nunes Lopes" userId="8eacf352355886ee" providerId="LiveId" clId="{68D6575E-1163-4F23-BCBF-E9B223140C1F}" dt="2024-02-29T12:18:47.708" v="589" actId="2890"/>
        <pc:sldMkLst>
          <pc:docMk/>
          <pc:sldMk cId="2034905037" sldId="298"/>
        </pc:sldMkLst>
      </pc:sldChg>
      <pc:sldChg chg="modSp new mod ord">
        <pc:chgData name="Gabriela Nunes Lopes" userId="8eacf352355886ee" providerId="LiveId" clId="{68D6575E-1163-4F23-BCBF-E9B223140C1F}" dt="2024-02-29T12:29:00.698" v="721"/>
        <pc:sldMkLst>
          <pc:docMk/>
          <pc:sldMk cId="3242575867" sldId="299"/>
        </pc:sldMkLst>
      </pc:sldChg>
      <pc:sldChg chg="modSp add mod ord">
        <pc:chgData name="Gabriela Nunes Lopes" userId="8eacf352355886ee" providerId="LiveId" clId="{68D6575E-1163-4F23-BCBF-E9B223140C1F}" dt="2024-02-29T12:29:00.698" v="721"/>
        <pc:sldMkLst>
          <pc:docMk/>
          <pc:sldMk cId="2960034887" sldId="300"/>
        </pc:sldMkLst>
      </pc:sldChg>
      <pc:sldChg chg="addSp delSp modSp add mod">
        <pc:chgData name="Gabriela Nunes Lopes" userId="8eacf352355886ee" providerId="LiveId" clId="{68D6575E-1163-4F23-BCBF-E9B223140C1F}" dt="2024-02-29T12:26:54.047" v="708"/>
        <pc:sldMkLst>
          <pc:docMk/>
          <pc:sldMk cId="970011374" sldId="301"/>
        </pc:sldMkLst>
      </pc:sldChg>
      <pc:sldChg chg="modSp add mod">
        <pc:chgData name="Gabriela Nunes Lopes" userId="8eacf352355886ee" providerId="LiveId" clId="{68D6575E-1163-4F23-BCBF-E9B223140C1F}" dt="2024-02-29T12:27:17.597" v="715"/>
        <pc:sldMkLst>
          <pc:docMk/>
          <pc:sldMk cId="4212643942" sldId="302"/>
        </pc:sldMkLst>
      </pc:sldChg>
      <pc:sldChg chg="modSp add mod">
        <pc:chgData name="Gabriela Nunes Lopes" userId="8eacf352355886ee" providerId="LiveId" clId="{68D6575E-1163-4F23-BCBF-E9B223140C1F}" dt="2024-02-29T12:27:32.136" v="716"/>
        <pc:sldMkLst>
          <pc:docMk/>
          <pc:sldMk cId="1249820587" sldId="303"/>
        </pc:sldMkLst>
      </pc:sldChg>
      <pc:sldChg chg="modSp add mod">
        <pc:chgData name="Gabriela Nunes Lopes" userId="8eacf352355886ee" providerId="LiveId" clId="{68D6575E-1163-4F23-BCBF-E9B223140C1F}" dt="2024-02-29T12:27:44.814" v="717"/>
        <pc:sldMkLst>
          <pc:docMk/>
          <pc:sldMk cId="1432136467" sldId="304"/>
        </pc:sldMkLst>
      </pc:sldChg>
      <pc:sldChg chg="add del">
        <pc:chgData name="Gabriela Nunes Lopes" userId="8eacf352355886ee" providerId="LiveId" clId="{68D6575E-1163-4F23-BCBF-E9B223140C1F}" dt="2024-02-29T12:27:47.124" v="718" actId="47"/>
        <pc:sldMkLst>
          <pc:docMk/>
          <pc:sldMk cId="1378051670" sldId="305"/>
        </pc:sldMkLst>
      </pc:sldChg>
    </pc:docChg>
  </pc:docChgLst>
  <pc:docChgLst>
    <pc:chgData name="Gabriela Nunes Lopes" userId="8eacf352355886ee" providerId="LiveId" clId="{238A764F-B33A-4167-95EA-26A8D94DF87F}"/>
    <pc:docChg chg="undo custSel addSld delSld modSld">
      <pc:chgData name="Gabriela Nunes Lopes" userId="8eacf352355886ee" providerId="LiveId" clId="{238A764F-B33A-4167-95EA-26A8D94DF87F}" dt="2024-02-26T19:30:02.377" v="2040" actId="27636"/>
      <pc:docMkLst>
        <pc:docMk/>
      </pc:docMkLst>
      <pc:sldChg chg="addSp modSp mod">
        <pc:chgData name="Gabriela Nunes Lopes" userId="8eacf352355886ee" providerId="LiveId" clId="{238A764F-B33A-4167-95EA-26A8D94DF87F}" dt="2024-02-26T18:43:42.004" v="63" actId="1076"/>
        <pc:sldMkLst>
          <pc:docMk/>
          <pc:sldMk cId="0" sldId="256"/>
        </pc:sldMkLst>
      </pc:sldChg>
      <pc:sldChg chg="modSp mod">
        <pc:chgData name="Gabriela Nunes Lopes" userId="8eacf352355886ee" providerId="LiveId" clId="{238A764F-B33A-4167-95EA-26A8D94DF87F}" dt="2024-02-26T18:51:08.503" v="764" actId="207"/>
        <pc:sldMkLst>
          <pc:docMk/>
          <pc:sldMk cId="0" sldId="257"/>
        </pc:sldMkLst>
      </pc:sldChg>
      <pc:sldChg chg="del">
        <pc:chgData name="Gabriela Nunes Lopes" userId="8eacf352355886ee" providerId="LiveId" clId="{238A764F-B33A-4167-95EA-26A8D94DF87F}" dt="2024-02-26T18:50:53.114" v="763" actId="47"/>
        <pc:sldMkLst>
          <pc:docMk/>
          <pc:sldMk cId="0" sldId="258"/>
        </pc:sldMkLst>
      </pc:sldChg>
      <pc:sldChg chg="del">
        <pc:chgData name="Gabriela Nunes Lopes" userId="8eacf352355886ee" providerId="LiveId" clId="{238A764F-B33A-4167-95EA-26A8D94DF87F}" dt="2024-02-26T18:42:37.659" v="0" actId="47"/>
        <pc:sldMkLst>
          <pc:docMk/>
          <pc:sldMk cId="0" sldId="259"/>
        </pc:sldMkLst>
      </pc:sldChg>
      <pc:sldChg chg="del">
        <pc:chgData name="Gabriela Nunes Lopes" userId="8eacf352355886ee" providerId="LiveId" clId="{238A764F-B33A-4167-95EA-26A8D94DF87F}" dt="2024-02-26T18:42:37.659" v="0" actId="47"/>
        <pc:sldMkLst>
          <pc:docMk/>
          <pc:sldMk cId="0" sldId="260"/>
        </pc:sldMkLst>
      </pc:sldChg>
      <pc:sldChg chg="modSp del mod">
        <pc:chgData name="Gabriela Nunes Lopes" userId="8eacf352355886ee" providerId="LiveId" clId="{238A764F-B33A-4167-95EA-26A8D94DF87F}" dt="2024-02-26T19:22:49.764" v="1943" actId="47"/>
        <pc:sldMkLst>
          <pc:docMk/>
          <pc:sldMk cId="0" sldId="261"/>
        </pc:sldMkLst>
      </pc:sldChg>
      <pc:sldChg chg="del">
        <pc:chgData name="Gabriela Nunes Lopes" userId="8eacf352355886ee" providerId="LiveId" clId="{238A764F-B33A-4167-95EA-26A8D94DF87F}" dt="2024-02-26T19:22:54.336" v="1944" actId="47"/>
        <pc:sldMkLst>
          <pc:docMk/>
          <pc:sldMk cId="3807684995" sldId="263"/>
        </pc:sldMkLst>
      </pc:sldChg>
      <pc:sldChg chg="modSp new mod">
        <pc:chgData name="Gabriela Nunes Lopes" userId="8eacf352355886ee" providerId="LiveId" clId="{238A764F-B33A-4167-95EA-26A8D94DF87F}" dt="2024-02-26T19:19:57.739" v="1940" actId="20577"/>
        <pc:sldMkLst>
          <pc:docMk/>
          <pc:sldMk cId="853310626" sldId="264"/>
        </pc:sldMkLst>
      </pc:sldChg>
      <pc:sldChg chg="new del">
        <pc:chgData name="Gabriela Nunes Lopes" userId="8eacf352355886ee" providerId="LiveId" clId="{238A764F-B33A-4167-95EA-26A8D94DF87F}" dt="2024-02-26T18:49:56.222" v="762" actId="47"/>
        <pc:sldMkLst>
          <pc:docMk/>
          <pc:sldMk cId="558230716" sldId="265"/>
        </pc:sldMkLst>
      </pc:sldChg>
      <pc:sldChg chg="modSp add mod">
        <pc:chgData name="Gabriela Nunes Lopes" userId="8eacf352355886ee" providerId="LiveId" clId="{238A764F-B33A-4167-95EA-26A8D94DF87F}" dt="2024-02-26T19:20:11.285" v="1941" actId="20577"/>
        <pc:sldMkLst>
          <pc:docMk/>
          <pc:sldMk cId="2482204830" sldId="266"/>
        </pc:sldMkLst>
      </pc:sldChg>
      <pc:sldChg chg="modSp add mod">
        <pc:chgData name="Gabriela Nunes Lopes" userId="8eacf352355886ee" providerId="LiveId" clId="{238A764F-B33A-4167-95EA-26A8D94DF87F}" dt="2024-02-26T19:20:24.296" v="1942" actId="20577"/>
        <pc:sldMkLst>
          <pc:docMk/>
          <pc:sldMk cId="1127492932" sldId="267"/>
        </pc:sldMkLst>
      </pc:sldChg>
      <pc:sldChg chg="modSp add mod">
        <pc:chgData name="Gabriela Nunes Lopes" userId="8eacf352355886ee" providerId="LiveId" clId="{238A764F-B33A-4167-95EA-26A8D94DF87F}" dt="2024-02-26T19:30:02.377" v="2040" actId="27636"/>
        <pc:sldMkLst>
          <pc:docMk/>
          <pc:sldMk cId="887727809" sldId="268"/>
        </pc:sldMkLst>
      </pc:sldChg>
      <pc:sldChg chg="modSp add mod">
        <pc:chgData name="Gabriela Nunes Lopes" userId="8eacf352355886ee" providerId="LiveId" clId="{238A764F-B33A-4167-95EA-26A8D94DF87F}" dt="2024-02-26T19:00:44.291" v="1900" actId="20577"/>
        <pc:sldMkLst>
          <pc:docMk/>
          <pc:sldMk cId="2002521194" sldId="269"/>
        </pc:sldMkLst>
      </pc:sldChg>
      <pc:sldChg chg="addSp delSp modSp add mod">
        <pc:chgData name="Gabriela Nunes Lopes" userId="8eacf352355886ee" providerId="LiveId" clId="{238A764F-B33A-4167-95EA-26A8D94DF87F}" dt="2024-02-26T19:04:25.048" v="1939" actId="1076"/>
        <pc:sldMkLst>
          <pc:docMk/>
          <pc:sldMk cId="1964011590" sldId="270"/>
        </pc:sldMkLst>
      </pc:sldChg>
      <pc:sldChg chg="addSp delSp modSp add mod modClrScheme chgLayout">
        <pc:chgData name="Gabriela Nunes Lopes" userId="8eacf352355886ee" providerId="LiveId" clId="{238A764F-B33A-4167-95EA-26A8D94DF87F}" dt="2024-02-26T19:24:08.576" v="2031" actId="20577"/>
        <pc:sldMkLst>
          <pc:docMk/>
          <pc:sldMk cId="1545916917" sldId="271"/>
        </pc:sldMkLst>
      </pc:sldChg>
      <pc:sldChg chg="modSp new del mod">
        <pc:chgData name="Gabriela Nunes Lopes" userId="8eacf352355886ee" providerId="LiveId" clId="{238A764F-B33A-4167-95EA-26A8D94DF87F}" dt="2024-02-26T19:23:03.540" v="1950" actId="47"/>
        <pc:sldMkLst>
          <pc:docMk/>
          <pc:sldMk cId="2722107829"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pt-BR" sz="1800" b="0" strike="noStrike" spc="-1">
                <a:solidFill>
                  <a:srgbClr val="000000"/>
                </a:solidFill>
                <a:latin typeface="Arial"/>
              </a:rPr>
              <a:t>Clique para mover o slide</a:t>
            </a:r>
          </a:p>
        </p:txBody>
      </p:sp>
      <p:sp>
        <p:nvSpPr>
          <p:cNvPr id="8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pt-BR" sz="2000" b="0" strike="noStrike" spc="-1">
                <a:solidFill>
                  <a:srgbClr val="000000"/>
                </a:solidFill>
                <a:latin typeface="Arial"/>
              </a:rPr>
              <a:t>Clique para editar o formato de notas</a:t>
            </a:r>
          </a:p>
        </p:txBody>
      </p:sp>
      <p:sp>
        <p:nvSpPr>
          <p:cNvPr id="8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pt-BR" sz="1400" b="0" strike="noStrike" spc="-1">
                <a:solidFill>
                  <a:srgbClr val="000000"/>
                </a:solidFill>
                <a:latin typeface="Times New Roman"/>
              </a:rPr>
              <a:t>&lt;cabeçalho&gt;</a:t>
            </a:r>
          </a:p>
        </p:txBody>
      </p:sp>
      <p:sp>
        <p:nvSpPr>
          <p:cNvPr id="84"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pt-BR" sz="1400" b="0" strike="noStrike" spc="-1">
                <a:solidFill>
                  <a:srgbClr val="000000"/>
                </a:solidFill>
                <a:latin typeface="Times New Roman"/>
              </a:defRPr>
            </a:lvl1pPr>
          </a:lstStyle>
          <a:p>
            <a:pPr indent="0" algn="r">
              <a:buNone/>
            </a:pPr>
            <a:r>
              <a:rPr lang="pt-BR" sz="1400" b="0" strike="noStrike" spc="-1">
                <a:solidFill>
                  <a:srgbClr val="000000"/>
                </a:solidFill>
                <a:latin typeface="Times New Roman"/>
              </a:rPr>
              <a:t>&lt;data/hora&gt;</a:t>
            </a:r>
          </a:p>
        </p:txBody>
      </p:sp>
      <p:sp>
        <p:nvSpPr>
          <p:cNvPr id="85"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pt-BR" sz="1400" b="0" strike="noStrike" spc="-1">
                <a:solidFill>
                  <a:srgbClr val="000000"/>
                </a:solidFill>
                <a:latin typeface="Times New Roman"/>
              </a:defRPr>
            </a:lvl1pPr>
          </a:lstStyle>
          <a:p>
            <a:pPr indent="0">
              <a:buNone/>
            </a:pPr>
            <a:r>
              <a:rPr lang="pt-BR" sz="1400" b="0" strike="noStrike" spc="-1">
                <a:solidFill>
                  <a:srgbClr val="000000"/>
                </a:solidFill>
                <a:latin typeface="Times New Roman"/>
              </a:rPr>
              <a:t>&lt;rodapé&gt;</a:t>
            </a:r>
          </a:p>
        </p:txBody>
      </p:sp>
      <p:sp>
        <p:nvSpPr>
          <p:cNvPr id="86"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strike="noStrike" spc="-1">
                <a:solidFill>
                  <a:srgbClr val="000000"/>
                </a:solidFill>
                <a:latin typeface="Times New Roman"/>
              </a:defRPr>
            </a:lvl1pPr>
          </a:lstStyle>
          <a:p>
            <a:pPr indent="0" algn="r">
              <a:buNone/>
            </a:pPr>
            <a:fld id="{5521E051-C29E-48BE-A4BA-90E6AC988936}" type="slidenum">
              <a:rPr lang="pt-BR" sz="1400" b="0" strike="noStrike" spc="-1">
                <a:solidFill>
                  <a:srgbClr val="000000"/>
                </a:solidFill>
                <a:latin typeface="Times New Roman"/>
              </a:rPr>
              <a:t>‹nº›</a:t>
            </a:fld>
            <a:endParaRPr lang="pt-BR"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108075" y="812800"/>
            <a:ext cx="5343525" cy="4008438"/>
          </a:xfrm>
        </p:spPr>
      </p:sp>
      <p:sp>
        <p:nvSpPr>
          <p:cNvPr id="3" name="Espaço Reservado para Anotações 2"/>
          <p:cNvSpPr>
            <a:spLocks noGrp="1"/>
          </p:cNvSpPr>
          <p:nvPr>
            <p:ph type="body" idx="1"/>
          </p:nvPr>
        </p:nvSpPr>
        <p:spPr/>
        <p:txBody>
          <a:bodyPr/>
          <a:lstStyle/>
          <a:p>
            <a:r>
              <a:rPr lang="pt-BR" sz="1200" b="0" i="0" dirty="0">
                <a:solidFill>
                  <a:srgbClr val="0D0D0D"/>
                </a:solidFill>
                <a:effectLst/>
              </a:rPr>
              <a:t>Ou seja, esses algoritmos realizam uma busca que contém certos elementos aleatórios para explorar o espaço de busca, mas também são guiados por alguma medida da qualidade da solução, que governa quais (partes de) candidatos a soluções são focados ou pelo menos mantidos para exploração adicional e quais são descartados, porque não são promissores</a:t>
            </a:r>
            <a:endParaRPr lang="pt-BR" dirty="0"/>
          </a:p>
        </p:txBody>
      </p:sp>
      <p:sp>
        <p:nvSpPr>
          <p:cNvPr id="4" name="Espaço Reservado para Número de Slide 3"/>
          <p:cNvSpPr>
            <a:spLocks noGrp="1"/>
          </p:cNvSpPr>
          <p:nvPr>
            <p:ph type="sldNum" idx="3"/>
          </p:nvPr>
        </p:nvSpPr>
        <p:spPr/>
        <p:txBody>
          <a:bodyPr/>
          <a:lstStyle/>
          <a:p>
            <a:pPr indent="0" algn="r">
              <a:buNone/>
            </a:pPr>
            <a:fld id="{5521E051-C29E-48BE-A4BA-90E6AC988936}" type="slidenum">
              <a:rPr lang="pt-BR" sz="1400" b="0" strike="noStrike" spc="-1" smtClean="0">
                <a:solidFill>
                  <a:srgbClr val="000000"/>
                </a:solidFill>
                <a:latin typeface="Times New Roman"/>
              </a:rPr>
              <a:t>16</a:t>
            </a:fld>
            <a:endParaRPr lang="pt-BR" sz="1400" b="0" strike="noStrike" spc="-1">
              <a:solidFill>
                <a:srgbClr val="000000"/>
              </a:solidFill>
              <a:latin typeface="Times New Roman"/>
            </a:endParaRPr>
          </a:p>
        </p:txBody>
      </p:sp>
    </p:spTree>
    <p:extLst>
      <p:ext uri="{BB962C8B-B14F-4D97-AF65-F5344CB8AC3E}">
        <p14:creationId xmlns:p14="http://schemas.microsoft.com/office/powerpoint/2010/main" val="329138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108075" y="812800"/>
            <a:ext cx="5343525" cy="4008438"/>
          </a:xfrm>
        </p:spPr>
      </p:sp>
      <p:sp>
        <p:nvSpPr>
          <p:cNvPr id="3" name="Espaço Reservado para Anotações 2"/>
          <p:cNvSpPr>
            <a:spLocks noGrp="1"/>
          </p:cNvSpPr>
          <p:nvPr>
            <p:ph type="body" idx="1"/>
          </p:nvPr>
        </p:nvSpPr>
        <p:spPr/>
        <p:txBody>
          <a:bodyPr/>
          <a:lstStyle/>
          <a:p>
            <a:r>
              <a:rPr lang="pt-BR" sz="1200" b="0" i="0" dirty="0">
                <a:solidFill>
                  <a:srgbClr val="0D0D0D"/>
                </a:solidFill>
                <a:effectLst/>
              </a:rPr>
              <a:t>Note que o processo de seleção natural é impulsionado tanto pelo ambiente natural quanto pelas características individuais, levando a diferentes taxas ou probabilidades de reprodução. Formas de vida com características mais adequadas ao seu ambiente geralmente têm mais descendentes em média. Consequentemente, suas características se tornam mais frequentes a cada geração de indivíduos. Por outro lado, formas de vida com características menos favoráveis em seu ambiente geralmente têm menos descendentes em média e, portanto, podem até mesmo ser extintas após algumas gerações (pelo menos neste ambiente</a:t>
            </a:r>
            <a:endParaRPr lang="pt-BR" dirty="0"/>
          </a:p>
        </p:txBody>
      </p:sp>
      <p:sp>
        <p:nvSpPr>
          <p:cNvPr id="4" name="Espaço Reservado para Número de Slide 3"/>
          <p:cNvSpPr>
            <a:spLocks noGrp="1"/>
          </p:cNvSpPr>
          <p:nvPr>
            <p:ph type="sldNum" idx="3"/>
          </p:nvPr>
        </p:nvSpPr>
        <p:spPr/>
        <p:txBody>
          <a:bodyPr/>
          <a:lstStyle/>
          <a:p>
            <a:pPr indent="0" algn="r">
              <a:buNone/>
            </a:pPr>
            <a:fld id="{5521E051-C29E-48BE-A4BA-90E6AC988936}" type="slidenum">
              <a:rPr lang="pt-BR" sz="1400" b="0" strike="noStrike" spc="-1" smtClean="0">
                <a:solidFill>
                  <a:srgbClr val="000000"/>
                </a:solidFill>
                <a:latin typeface="Times New Roman"/>
              </a:rPr>
              <a:t>22</a:t>
            </a:fld>
            <a:endParaRPr lang="pt-BR" sz="1400" b="0" strike="noStrike" spc="-1">
              <a:solidFill>
                <a:srgbClr val="000000"/>
              </a:solidFill>
              <a:latin typeface="Times New Roman"/>
            </a:endParaRPr>
          </a:p>
        </p:txBody>
      </p:sp>
    </p:spTree>
    <p:extLst>
      <p:ext uri="{BB962C8B-B14F-4D97-AF65-F5344CB8AC3E}">
        <p14:creationId xmlns:p14="http://schemas.microsoft.com/office/powerpoint/2010/main" val="1721649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a:defRPr>
                <a:solidFill>
                  <a:schemeClr val="accent1"/>
                </a:solidFill>
              </a:defRPr>
            </a:lvl1pPr>
          </a:lstStyle>
          <a:p>
            <a:pPr indent="0">
              <a:buNone/>
            </a:pPr>
            <a:endParaRPr lang="pt-BR" sz="1800" b="0" strike="noStrike" spc="-1" dirty="0">
              <a:solidFill>
                <a:srgbClr val="000000"/>
              </a:solidFill>
              <a:latin typeface="Arial"/>
            </a:endParaRPr>
          </a:p>
        </p:txBody>
      </p:sp>
      <p:sp>
        <p:nvSpPr>
          <p:cNvPr id="4" name="PlaceHolder 2"/>
          <p:cNvSpPr>
            <a:spLocks noGrp="1"/>
          </p:cNvSpPr>
          <p:nvPr>
            <p:ph type="subTitle"/>
          </p:nvPr>
        </p:nvSpPr>
        <p:spPr>
          <a:xfrm>
            <a:off x="457200" y="1604520"/>
            <a:ext cx="8229240" cy="3977280"/>
          </a:xfrm>
          <a:prstGeom prst="rect">
            <a:avLst/>
          </a:prstGeom>
          <a:noFill/>
          <a:ln w="0">
            <a:noFill/>
          </a:ln>
        </p:spPr>
        <p:txBody>
          <a:bodyPr lIns="0" tIns="0" rIns="0" bIns="0" anchor="t">
            <a:noAutofit/>
          </a:bodyPr>
          <a:lstStyle>
            <a:lvl1pPr marL="685800" indent="-457200" algn="ctr">
              <a:defRPr/>
            </a:lvl1pPr>
          </a:lstStyle>
          <a:p>
            <a:pPr indent="0" algn="ctr">
              <a:buNone/>
            </a:pPr>
            <a:endParaRPr lang="pt-BR" sz="3200" b="0" strike="noStrike" spc="-1" dirty="0">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6"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lvl1pPr marL="685800" indent="-457200" algn="just">
              <a:lnSpc>
                <a:spcPct val="90000"/>
              </a:lnSpc>
              <a:spcBef>
                <a:spcPts val="1417"/>
              </a:spcBef>
              <a:defRPr/>
            </a:lvl1pPr>
          </a:lstStyle>
          <a:p>
            <a:pPr indent="0">
              <a:lnSpc>
                <a:spcPct val="90000"/>
              </a:lnSpc>
              <a:spcBef>
                <a:spcPts val="1417"/>
              </a:spcBef>
              <a:buNone/>
            </a:pPr>
            <a:endParaRPr lang="pt-BR" sz="2800" b="0" strike="noStrike" spc="-1" dirty="0">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pt-BR"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1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17"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8"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9"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2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3"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25"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6"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28"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9"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0"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1"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33"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4"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5"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6"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7"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8"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4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pt-BR" sz="3200" b="0" strike="noStrike" spc="-1">
              <a:solidFill>
                <a:srgbClr val="000000"/>
              </a:solid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4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5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5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pt-BR" sz="3200" b="0" strike="noStrike" spc="-1">
              <a:solidFill>
                <a:srgbClr val="000000"/>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5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5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5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5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6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6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7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8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1026" descr="D:\users\Cesar\puc\Una\fundo.bmp"/>
          <p:cNvPicPr/>
          <p:nvPr/>
        </p:nvPicPr>
        <p:blipFill>
          <a:blip r:embed="rId14"/>
          <a:stretch/>
        </p:blipFill>
        <p:spPr>
          <a:xfrm>
            <a:off x="0" y="0"/>
            <a:ext cx="9142920" cy="6856920"/>
          </a:xfrm>
          <a:prstGeom prst="rect">
            <a:avLst/>
          </a:prstGeom>
          <a:ln w="0">
            <a:noFill/>
          </a:ln>
        </p:spPr>
      </p:pic>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pt-BR" sz="1800" b="0" strike="noStrike" spc="-1">
                <a:solidFill>
                  <a:srgbClr val="000000"/>
                </a:solidFill>
                <a:latin typeface="Arial"/>
              </a:rPr>
              <a:t>Clique para editar o formato do texto do título</a:t>
            </a: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strike="noStrike" spc="-1" dirty="0">
                <a:solidFill>
                  <a:srgbClr val="000000"/>
                </a:solidFill>
                <a:latin typeface="Arial"/>
              </a:rPr>
              <a:t>Clique para editar o formato do texto da estrutura de tópicos</a:t>
            </a:r>
          </a:p>
          <a:p>
            <a:pPr marL="864000" lvl="1" indent="-324000">
              <a:lnSpc>
                <a:spcPct val="90000"/>
              </a:lnSpc>
              <a:spcBef>
                <a:spcPts val="1134"/>
              </a:spcBef>
              <a:buClr>
                <a:srgbClr val="000000"/>
              </a:buClr>
              <a:buSzPct val="75000"/>
              <a:buFont typeface="Symbol" charset="2"/>
              <a:buChar char=""/>
            </a:pPr>
            <a:r>
              <a:rPr lang="pt-BR" sz="2000" b="0" strike="noStrike" spc="-1" dirty="0">
                <a:solidFill>
                  <a:srgbClr val="000000"/>
                </a:solidFill>
                <a:latin typeface="Arial"/>
              </a:rPr>
              <a:t>2.º nível da estrutura de tópicos</a:t>
            </a:r>
          </a:p>
          <a:p>
            <a:pPr marL="1296000" lvl="2" indent="-288000">
              <a:lnSpc>
                <a:spcPct val="90000"/>
              </a:lnSpc>
              <a:spcBef>
                <a:spcPts val="850"/>
              </a:spcBef>
              <a:buClr>
                <a:srgbClr val="000000"/>
              </a:buClr>
              <a:buSzPct val="45000"/>
              <a:buFont typeface="Wingdings" charset="2"/>
              <a:buChar char=""/>
            </a:pPr>
            <a:r>
              <a:rPr lang="pt-BR" sz="1800" b="0" strike="noStrike" spc="-1" dirty="0">
                <a:solidFill>
                  <a:srgbClr val="000000"/>
                </a:solidFill>
                <a:latin typeface="Arial"/>
              </a:rPr>
              <a:t>3.º nível da estrutura de tópicos</a:t>
            </a:r>
          </a:p>
          <a:p>
            <a:pPr marL="1728000" lvl="3" indent="-216000">
              <a:lnSpc>
                <a:spcPct val="90000"/>
              </a:lnSpc>
              <a:spcBef>
                <a:spcPts val="567"/>
              </a:spcBef>
              <a:buClr>
                <a:srgbClr val="000000"/>
              </a:buClr>
              <a:buSzPct val="75000"/>
              <a:buFont typeface="Symbol" charset="2"/>
              <a:buChar char=""/>
            </a:pPr>
            <a:r>
              <a:rPr lang="pt-BR" sz="1800" b="0" strike="noStrike" spc="-1" dirty="0">
                <a:solidFill>
                  <a:srgbClr val="000000"/>
                </a:solidFill>
                <a:latin typeface="Arial"/>
              </a:rPr>
              <a:t>4.º nível da estrutura de tópicos</a:t>
            </a:r>
          </a:p>
          <a:p>
            <a:pPr marL="2160000" lvl="4" indent="-216000">
              <a:lnSpc>
                <a:spcPct val="90000"/>
              </a:lnSpc>
              <a:spcBef>
                <a:spcPts val="283"/>
              </a:spcBef>
              <a:buClr>
                <a:srgbClr val="000000"/>
              </a:buClr>
              <a:buSzPct val="45000"/>
              <a:buFont typeface="Wingdings" charset="2"/>
              <a:buChar char=""/>
            </a:pPr>
            <a:r>
              <a:rPr lang="pt-BR" sz="2000" b="0" strike="noStrike" spc="-1" dirty="0">
                <a:solidFill>
                  <a:srgbClr val="000000"/>
                </a:solidFill>
                <a:latin typeface="Arial"/>
              </a:rPr>
              <a:t>5.º nível da estrutura de tópicos</a:t>
            </a:r>
          </a:p>
          <a:p>
            <a:pPr marL="2592000" lvl="5" indent="-216000">
              <a:lnSpc>
                <a:spcPct val="90000"/>
              </a:lnSpc>
              <a:spcBef>
                <a:spcPts val="283"/>
              </a:spcBef>
              <a:buClr>
                <a:srgbClr val="000000"/>
              </a:buClr>
              <a:buSzPct val="45000"/>
              <a:buFont typeface="Wingdings" charset="2"/>
              <a:buChar char=""/>
            </a:pPr>
            <a:r>
              <a:rPr lang="pt-BR" sz="2000" b="0" strike="noStrike" spc="-1" dirty="0">
                <a:solidFill>
                  <a:srgbClr val="000000"/>
                </a:solidFill>
                <a:latin typeface="Arial"/>
              </a:rPr>
              <a:t>6.º nível da estrutura de tópicos</a:t>
            </a:r>
          </a:p>
          <a:p>
            <a:pPr marL="3024000" lvl="6" indent="-216000">
              <a:lnSpc>
                <a:spcPct val="90000"/>
              </a:lnSpc>
              <a:spcBef>
                <a:spcPts val="283"/>
              </a:spcBef>
              <a:buClr>
                <a:srgbClr val="000000"/>
              </a:buClr>
              <a:buSzPct val="45000"/>
              <a:buFont typeface="Wingdings" charset="2"/>
              <a:buChar char=""/>
            </a:pPr>
            <a:r>
              <a:rPr lang="pt-BR" sz="2000" b="0" strike="noStrike" spc="-1" dirty="0">
                <a:solidFill>
                  <a:srgbClr val="000000"/>
                </a:solid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9" name="Picture 9" descr="D:\users\Cesar\puc\Una\fundo.bmp"/>
          <p:cNvPicPr/>
          <p:nvPr/>
        </p:nvPicPr>
        <p:blipFill>
          <a:blip r:embed="rId14"/>
          <a:stretch/>
        </p:blipFill>
        <p:spPr>
          <a:xfrm>
            <a:off x="0" y="0"/>
            <a:ext cx="9142920" cy="6856920"/>
          </a:xfrm>
          <a:prstGeom prst="rect">
            <a:avLst/>
          </a:prstGeom>
          <a:ln w="0">
            <a:noFill/>
          </a:ln>
        </p:spPr>
      </p:pic>
      <p:sp>
        <p:nvSpPr>
          <p:cNvPr id="40" name="CaixaDeTexto 1"/>
          <p:cNvSpPr/>
          <p:nvPr/>
        </p:nvSpPr>
        <p:spPr>
          <a:xfrm>
            <a:off x="156600" y="6608880"/>
            <a:ext cx="1014120" cy="275760"/>
          </a:xfrm>
          <a:custGeom>
            <a:avLst/>
            <a:gdLst>
              <a:gd name="textAreaLeft" fmla="*/ 0 w 1014120"/>
              <a:gd name="textAreaRight" fmla="*/ 1014480 w 1014120"/>
              <a:gd name="textAreaTop" fmla="*/ 0 h 275760"/>
              <a:gd name="textAreaBottom" fmla="*/ 276120 h 27576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6800" rIns="90000" bIns="46800" anchor="t">
            <a:sp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1200" b="0" i="1" strike="noStrike" spc="-1">
                <a:solidFill>
                  <a:srgbClr val="000000"/>
                </a:solidFill>
                <a:latin typeface="Symbol"/>
                <a:ea typeface="Symbol"/>
              </a:rPr>
              <a:t></a:t>
            </a:r>
            <a:r>
              <a:rPr lang="pt-BR" sz="1200" b="0" i="1" strike="noStrike" spc="-1">
                <a:solidFill>
                  <a:srgbClr val="000000"/>
                </a:solidFill>
                <a:latin typeface="Times New Roman"/>
                <a:ea typeface="DejaVu Sans"/>
              </a:rPr>
              <a:t> Raquel Mini</a:t>
            </a:r>
            <a:endParaRPr lang="pt-BR" sz="1200" b="0" strike="noStrike" spc="-1">
              <a:solidFill>
                <a:srgbClr val="000000"/>
              </a:solidFill>
              <a:latin typeface="Arial"/>
            </a:endParaRPr>
          </a:p>
        </p:txBody>
      </p:sp>
      <p:sp>
        <p:nvSpPr>
          <p:cNvPr id="41" name="Rectangle 6"/>
          <p:cNvSpPr/>
          <p:nvPr/>
        </p:nvSpPr>
        <p:spPr>
          <a:xfrm>
            <a:off x="8675640" y="6524640"/>
            <a:ext cx="718200" cy="456120"/>
          </a:xfrm>
          <a:custGeom>
            <a:avLst/>
            <a:gdLst>
              <a:gd name="textAreaLeft" fmla="*/ 0 w 718200"/>
              <a:gd name="textAreaRight" fmla="*/ 718560 w 718200"/>
              <a:gd name="textAreaTop" fmla="*/ 0 h 456120"/>
              <a:gd name="textAreaBottom" fmla="*/ 456480 h 4561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C1CE7A0-E442-494B-873B-2883C60C3FB6}" type="slidenum">
              <a:rPr lang="en-US" sz="1100" b="0" strike="noStrike" spc="-1">
                <a:solidFill>
                  <a:srgbClr val="000000"/>
                </a:solidFill>
                <a:latin typeface="Times New Roman"/>
                <a:ea typeface="DejaVu Sans"/>
              </a:rPr>
              <a:t>‹nº›</a:t>
            </a:fld>
            <a:endParaRPr lang="pt-BR" sz="1100" b="0" strike="noStrike" spc="-1">
              <a:solidFill>
                <a:srgbClr val="000000"/>
              </a:solidFill>
              <a:latin typeface="Arial"/>
            </a:endParaRPr>
          </a:p>
        </p:txBody>
      </p:sp>
      <p:sp>
        <p:nvSpPr>
          <p:cNvPr id="42" name="Rectangle 6"/>
          <p:cNvSpPr/>
          <p:nvPr/>
        </p:nvSpPr>
        <p:spPr>
          <a:xfrm>
            <a:off x="8675640" y="6524640"/>
            <a:ext cx="718200" cy="456120"/>
          </a:xfrm>
          <a:custGeom>
            <a:avLst/>
            <a:gdLst>
              <a:gd name="textAreaLeft" fmla="*/ 0 w 718200"/>
              <a:gd name="textAreaRight" fmla="*/ 718560 w 718200"/>
              <a:gd name="textAreaTop" fmla="*/ 0 h 456120"/>
              <a:gd name="textAreaBottom" fmla="*/ 456480 h 4561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39A4153-06AA-4B83-BD04-41D17FC24DC9}" type="slidenum">
              <a:rPr lang="en-US" sz="1100" b="0" strike="noStrike" spc="-1">
                <a:solidFill>
                  <a:srgbClr val="000000"/>
                </a:solidFill>
                <a:latin typeface="Times New Roman"/>
                <a:ea typeface="DejaVu Sans"/>
              </a:rPr>
              <a:t>‹nº›</a:t>
            </a:fld>
            <a:endParaRPr lang="pt-BR" sz="1100" b="0" strike="noStrike" spc="-1">
              <a:solidFill>
                <a:srgbClr val="000000"/>
              </a:solidFill>
              <a:latin typeface="Arial"/>
            </a:endParaRPr>
          </a:p>
        </p:txBody>
      </p:sp>
      <p:sp>
        <p:nvSpPr>
          <p:cNvPr id="4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pt-BR" sz="1800" b="0" strike="noStrike" spc="-1">
                <a:solidFill>
                  <a:srgbClr val="000000"/>
                </a:solidFill>
                <a:latin typeface="Arial"/>
              </a:rPr>
              <a:t>Clique para editar o formato do texto do título</a:t>
            </a:r>
          </a:p>
        </p:txBody>
      </p:sp>
      <p:sp>
        <p:nvSpPr>
          <p:cNvPr id="44"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strike="noStrike" spc="-1">
                <a:solidFill>
                  <a:srgbClr val="000000"/>
                </a:solidFill>
                <a:latin typeface="Arial"/>
              </a:rPr>
              <a:t>Clique para editar o formato do texto da estrutura de tópicos</a:t>
            </a:r>
          </a:p>
          <a:p>
            <a:pPr marL="864000" lvl="1" indent="-324000">
              <a:lnSpc>
                <a:spcPct val="90000"/>
              </a:lnSpc>
              <a:spcBef>
                <a:spcPts val="1134"/>
              </a:spcBef>
              <a:buClr>
                <a:srgbClr val="000000"/>
              </a:buClr>
              <a:buSzPct val="75000"/>
              <a:buFont typeface="Symbol" charset="2"/>
              <a:buChar char=""/>
            </a:pPr>
            <a:r>
              <a:rPr lang="pt-BR" sz="2000" b="0" strike="noStrike" spc="-1">
                <a:solidFill>
                  <a:srgbClr val="000000"/>
                </a:solidFill>
                <a:latin typeface="Arial"/>
              </a:rPr>
              <a:t>2.º nível da estrutura de tópicos</a:t>
            </a:r>
          </a:p>
          <a:p>
            <a:pPr marL="1296000" lvl="2" indent="-288000">
              <a:lnSpc>
                <a:spcPct val="90000"/>
              </a:lnSpc>
              <a:spcBef>
                <a:spcPts val="850"/>
              </a:spcBef>
              <a:buClr>
                <a:srgbClr val="000000"/>
              </a:buClr>
              <a:buSzPct val="45000"/>
              <a:buFont typeface="Wingdings" charset="2"/>
              <a:buChar char=""/>
            </a:pPr>
            <a:r>
              <a:rPr lang="pt-BR" sz="1800" b="0" strike="noStrike" spc="-1">
                <a:solidFill>
                  <a:srgbClr val="000000"/>
                </a:solidFill>
                <a:latin typeface="Arial"/>
              </a:rPr>
              <a:t>3.º nível da estrutura de tópicos</a:t>
            </a:r>
          </a:p>
          <a:p>
            <a:pPr marL="1728000" lvl="3" indent="-216000">
              <a:lnSpc>
                <a:spcPct val="90000"/>
              </a:lnSpc>
              <a:spcBef>
                <a:spcPts val="567"/>
              </a:spcBef>
              <a:buClr>
                <a:srgbClr val="000000"/>
              </a:buClr>
              <a:buSzPct val="75000"/>
              <a:buFont typeface="Symbol" charset="2"/>
              <a:buChar char=""/>
            </a:pPr>
            <a:r>
              <a:rPr lang="pt-BR" sz="1800" b="0" strike="noStrike" spc="-1">
                <a:solidFill>
                  <a:srgbClr val="000000"/>
                </a:solidFill>
                <a:latin typeface="Arial"/>
              </a:rPr>
              <a:t>4.º nível da estrutura de tópicos</a:t>
            </a:r>
          </a:p>
          <a:p>
            <a:pPr marL="2160000" lvl="4"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5.º nível da estrutura de tópicos</a:t>
            </a:r>
          </a:p>
          <a:p>
            <a:pPr marL="2592000" lvl="5"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6.º nível da estrutura de tópicos</a:t>
            </a:r>
          </a:p>
          <a:p>
            <a:pPr marL="3024000" lvl="6"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tângulo 86"/>
          <p:cNvSpPr/>
          <p:nvPr/>
        </p:nvSpPr>
        <p:spPr>
          <a:xfrm>
            <a:off x="685800" y="2285640"/>
            <a:ext cx="7771320" cy="141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4000" b="1" strike="noStrike" spc="-1" dirty="0">
                <a:solidFill>
                  <a:srgbClr val="7878DE"/>
                </a:solidFill>
                <a:latin typeface="Arial"/>
                <a:ea typeface="DejaVu Sans"/>
              </a:rPr>
              <a:t>Computação Evolucionária</a:t>
            </a: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800" b="1" strike="noStrike" spc="-1" dirty="0">
                <a:solidFill>
                  <a:schemeClr val="tx2">
                    <a:lumMod val="60000"/>
                    <a:lumOff val="40000"/>
                  </a:schemeClr>
                </a:solidFill>
                <a:latin typeface="Arial"/>
              </a:rPr>
              <a:t>Cap 02. Revisão e Evolução Biológica</a:t>
            </a:r>
            <a:endParaRPr lang="pt-BR" sz="2800" b="0" strike="noStrike" spc="-1" dirty="0">
              <a:solidFill>
                <a:schemeClr val="tx2">
                  <a:lumMod val="60000"/>
                  <a:lumOff val="40000"/>
                </a:schemeClr>
              </a:solidFill>
              <a:latin typeface="Arial"/>
            </a:endParaRPr>
          </a:p>
        </p:txBody>
      </p:sp>
      <p:sp>
        <p:nvSpPr>
          <p:cNvPr id="88" name="Retângulo 87"/>
          <p:cNvSpPr/>
          <p:nvPr/>
        </p:nvSpPr>
        <p:spPr>
          <a:xfrm>
            <a:off x="1371600" y="4365720"/>
            <a:ext cx="6399720" cy="175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spcBef>
                <a:spcPts val="6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600" b="0" strike="noStrike" spc="-1" dirty="0">
                <a:solidFill>
                  <a:srgbClr val="000000"/>
                </a:solidFill>
                <a:latin typeface="Arial"/>
                <a:ea typeface="DejaVu Sans"/>
              </a:rPr>
              <a:t>Gabriela Nunes Lopes</a:t>
            </a:r>
            <a:endParaRPr lang="pt-BR" sz="2600" b="0" strike="noStrike" spc="-1" dirty="0">
              <a:solidFill>
                <a:srgbClr val="000000"/>
              </a:solidFill>
              <a:latin typeface="Arial"/>
            </a:endParaRPr>
          </a:p>
          <a:p>
            <a:pPr algn="ctr">
              <a:lnSpc>
                <a:spcPct val="100000"/>
              </a:lnSpc>
              <a:spcBef>
                <a:spcPts val="6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600" b="0" strike="noStrike" spc="-1" dirty="0">
                <a:solidFill>
                  <a:srgbClr val="000000"/>
                </a:solidFill>
                <a:latin typeface="Arial"/>
                <a:ea typeface="DejaVu Sans"/>
              </a:rPr>
              <a:t>gabrielanuneslopes@ufmg.br</a:t>
            </a:r>
            <a:endParaRPr lang="pt-BR" sz="2600" b="0" strike="noStrike" spc="-1" dirty="0">
              <a:solidFill>
                <a:srgbClr val="000000"/>
              </a:solidFill>
              <a:latin typeface="Arial"/>
            </a:endParaRPr>
          </a:p>
          <a:p>
            <a:pPr algn="ctr">
              <a:lnSpc>
                <a:spcPct val="100000"/>
              </a:lnSpc>
              <a:spcBef>
                <a:spcPts val="6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600" b="0" strike="noStrike" spc="-1" dirty="0">
                <a:solidFill>
                  <a:srgbClr val="000000"/>
                </a:solidFill>
                <a:latin typeface="Arial"/>
                <a:ea typeface="DejaVu Sans"/>
              </a:rPr>
              <a:t>DEE / UFMG</a:t>
            </a:r>
            <a:endParaRPr lang="pt-BR" sz="2600" b="0" strike="noStrike" spc="-1" dirty="0">
              <a:solidFill>
                <a:srgbClr val="000000"/>
              </a:solidFill>
              <a:latin typeface="Arial"/>
            </a:endParaRPr>
          </a:p>
        </p:txBody>
      </p:sp>
      <p:pic>
        <p:nvPicPr>
          <p:cNvPr id="1026" name="Picture 2">
            <a:extLst>
              <a:ext uri="{FF2B5EF4-FFF2-40B4-BE49-F238E27FC236}">
                <a16:creationId xmlns:a16="http://schemas.microsoft.com/office/drawing/2014/main" id="{3AF827C7-45AF-E45D-B3B7-647C09B66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40880"/>
            <a:ext cx="2397742" cy="934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4F854-A104-22FF-85FB-17502946776D}"/>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Na aula passada </a:t>
            </a:r>
          </a:p>
        </p:txBody>
      </p:sp>
      <p:sp>
        <p:nvSpPr>
          <p:cNvPr id="3" name="Subtítulo 2">
            <a:extLst>
              <a:ext uri="{FF2B5EF4-FFF2-40B4-BE49-F238E27FC236}">
                <a16:creationId xmlns:a16="http://schemas.microsoft.com/office/drawing/2014/main" id="{DB277BAB-DAF4-A53E-A742-D9A6F784C4C8}"/>
              </a:ext>
            </a:extLst>
          </p:cNvPr>
          <p:cNvSpPr>
            <a:spLocks noGrp="1"/>
          </p:cNvSpPr>
          <p:nvPr>
            <p:ph type="subTitle"/>
          </p:nvPr>
        </p:nvSpPr>
        <p:spPr>
          <a:xfrm>
            <a:off x="285750" y="2004570"/>
            <a:ext cx="8229240" cy="3977280"/>
          </a:xfrm>
        </p:spPr>
        <p:txBody>
          <a:bodyPr anchor="t"/>
          <a:lstStyle/>
          <a:p>
            <a:pPr marL="342900" indent="-342900" algn="just">
              <a:buFont typeface="Arial" panose="020B0604020202020204" pitchFamily="34" charset="0"/>
              <a:buChar char="•"/>
            </a:pPr>
            <a:r>
              <a:rPr lang="pt-BR" sz="2000" dirty="0">
                <a:solidFill>
                  <a:schemeClr val="tx1"/>
                </a:solidFill>
              </a:rPr>
              <a:t>Motivação para estudo da computação evolucionária;</a:t>
            </a:r>
          </a:p>
          <a:p>
            <a:pPr marL="342900" indent="-342900" algn="just">
              <a:buFont typeface="Arial" panose="020B0604020202020204" pitchFamily="34" charset="0"/>
              <a:buChar char="•"/>
            </a:pPr>
            <a:r>
              <a:rPr lang="pt-BR" sz="2000" dirty="0">
                <a:solidFill>
                  <a:schemeClr val="tx1"/>
                </a:solidFill>
              </a:rPr>
              <a:t>Aplicações da computação evolucionária;</a:t>
            </a:r>
          </a:p>
          <a:p>
            <a:pPr marL="342900" indent="-342900" algn="just">
              <a:buFont typeface="Arial" panose="020B0604020202020204" pitchFamily="34" charset="0"/>
              <a:buChar char="•"/>
            </a:pPr>
            <a:r>
              <a:rPr lang="pt-BR" sz="2000" dirty="0">
                <a:solidFill>
                  <a:schemeClr val="tx1"/>
                </a:solidFill>
              </a:rPr>
              <a:t>Contexto Histórico do Desenvolvimento da computação evolucionária.</a:t>
            </a:r>
          </a:p>
        </p:txBody>
      </p:sp>
    </p:spTree>
    <p:extLst>
      <p:ext uri="{BB962C8B-B14F-4D97-AF65-F5344CB8AC3E}">
        <p14:creationId xmlns:p14="http://schemas.microsoft.com/office/powerpoint/2010/main" val="853310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4D03E-00E6-B784-2F12-4B10E8F789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CDF654-F3F3-D0F6-8752-96ACEBF15103}"/>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Conteúdo </a:t>
            </a:r>
          </a:p>
        </p:txBody>
      </p:sp>
      <p:sp>
        <p:nvSpPr>
          <p:cNvPr id="3" name="Subtítulo 2">
            <a:extLst>
              <a:ext uri="{FF2B5EF4-FFF2-40B4-BE49-F238E27FC236}">
                <a16:creationId xmlns:a16="http://schemas.microsoft.com/office/drawing/2014/main" id="{ADA45D82-26D9-34B4-03BA-F55480C02D2F}"/>
              </a:ext>
            </a:extLst>
          </p:cNvPr>
          <p:cNvSpPr>
            <a:spLocks noGrp="1"/>
          </p:cNvSpPr>
          <p:nvPr>
            <p:ph type="subTitle"/>
          </p:nvPr>
        </p:nvSpPr>
        <p:spPr>
          <a:xfrm>
            <a:off x="285750" y="2004570"/>
            <a:ext cx="8229240" cy="3977280"/>
          </a:xfrm>
        </p:spPr>
        <p:txBody>
          <a:bodyPr anchor="t"/>
          <a:lstStyle/>
          <a:p>
            <a:pPr marL="514350" indent="-514350" algn="just">
              <a:buFont typeface="+mj-lt"/>
              <a:buAutoNum type="romanUcPeriod"/>
            </a:pPr>
            <a:r>
              <a:rPr lang="pt-BR" sz="2000" dirty="0">
                <a:solidFill>
                  <a:schemeClr val="tx1"/>
                </a:solidFill>
              </a:rPr>
              <a:t>Revisão de otimização;</a:t>
            </a:r>
          </a:p>
          <a:p>
            <a:pPr marL="514350" indent="-514350" algn="just">
              <a:buFont typeface="+mj-lt"/>
              <a:buAutoNum type="romanUcPeriod"/>
            </a:pPr>
            <a:r>
              <a:rPr lang="pt-BR" sz="2000" dirty="0">
                <a:solidFill>
                  <a:schemeClr val="tx1"/>
                </a:solidFill>
              </a:rPr>
              <a:t>Revisão do que são </a:t>
            </a:r>
            <a:r>
              <a:rPr lang="pt-BR" sz="2000" dirty="0" err="1">
                <a:solidFill>
                  <a:schemeClr val="tx1"/>
                </a:solidFill>
              </a:rPr>
              <a:t>metaheurísticas</a:t>
            </a:r>
            <a:r>
              <a:rPr lang="pt-BR" sz="2000" dirty="0">
                <a:solidFill>
                  <a:schemeClr val="tx1"/>
                </a:solidFill>
              </a:rPr>
              <a:t>;</a:t>
            </a:r>
          </a:p>
          <a:p>
            <a:pPr marL="514350" indent="-514350" algn="just">
              <a:buFont typeface="+mj-lt"/>
              <a:buAutoNum type="romanUcPeriod"/>
            </a:pPr>
            <a:r>
              <a:rPr lang="pt-BR" sz="2000" dirty="0">
                <a:solidFill>
                  <a:schemeClr val="tx1"/>
                </a:solidFill>
              </a:rPr>
              <a:t>O conceito de evolução biológica.</a:t>
            </a:r>
          </a:p>
        </p:txBody>
      </p:sp>
    </p:spTree>
    <p:extLst>
      <p:ext uri="{BB962C8B-B14F-4D97-AF65-F5344CB8AC3E}">
        <p14:creationId xmlns:p14="http://schemas.microsoft.com/office/powerpoint/2010/main" val="660510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7E55DCD-0888-38EE-67AB-12DED3E1AC9A}"/>
              </a:ext>
            </a:extLst>
          </p:cNvPr>
          <p:cNvSpPr>
            <a:spLocks noGrp="1"/>
          </p:cNvSpPr>
          <p:nvPr>
            <p:ph type="subTitle"/>
          </p:nvPr>
        </p:nvSpPr>
        <p:spPr>
          <a:xfrm>
            <a:off x="320040" y="3222540"/>
            <a:ext cx="8229240" cy="1144800"/>
          </a:xfrm>
        </p:spPr>
        <p:txBody>
          <a:bodyPr/>
          <a:lstStyle/>
          <a:p>
            <a:r>
              <a:rPr lang="pt-BR" sz="4000" dirty="0">
                <a:solidFill>
                  <a:schemeClr val="accent1"/>
                </a:solidFill>
              </a:rPr>
              <a:t>Revisão sobre otimização</a:t>
            </a:r>
          </a:p>
        </p:txBody>
      </p:sp>
    </p:spTree>
    <p:extLst>
      <p:ext uri="{BB962C8B-B14F-4D97-AF65-F5344CB8AC3E}">
        <p14:creationId xmlns:p14="http://schemas.microsoft.com/office/powerpoint/2010/main" val="2068904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3DEB-0BEA-E2F1-7315-F7686F617E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4FA7C2-9DF0-1084-4849-E01DA41140F6}"/>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O que é otimização? Revisão </a:t>
            </a:r>
          </a:p>
        </p:txBody>
      </p:sp>
      <p:sp>
        <p:nvSpPr>
          <p:cNvPr id="3" name="Subtítulo 2">
            <a:extLst>
              <a:ext uri="{FF2B5EF4-FFF2-40B4-BE49-F238E27FC236}">
                <a16:creationId xmlns:a16="http://schemas.microsoft.com/office/drawing/2014/main" id="{E18B5B05-DBEC-0C82-32EC-8D0613AA7861}"/>
              </a:ext>
            </a:extLst>
          </p:cNvPr>
          <p:cNvSpPr>
            <a:spLocks noGrp="1"/>
          </p:cNvSpPr>
          <p:nvPr>
            <p:ph type="subTitle"/>
          </p:nvPr>
        </p:nvSpPr>
        <p:spPr>
          <a:xfrm>
            <a:off x="285750" y="2004570"/>
            <a:ext cx="8229240" cy="3977280"/>
          </a:xfrm>
        </p:spPr>
        <p:txBody>
          <a:bodyPr anchor="t"/>
          <a:lstStyle/>
          <a:p>
            <a:pPr algn="l"/>
            <a:r>
              <a:rPr lang="pt-BR" sz="1800" b="1" i="0" dirty="0">
                <a:solidFill>
                  <a:srgbClr val="0D0D0D"/>
                </a:solidFill>
                <a:effectLst/>
              </a:rPr>
              <a:t>O que significam as seguintes equações?</a:t>
            </a:r>
            <a:endParaRPr lang="pt-BR" sz="1800" b="0" i="0" dirty="0">
              <a:solidFill>
                <a:srgbClr val="0D0D0D"/>
              </a:solidFill>
              <a:effectLst/>
            </a:endParaRPr>
          </a:p>
        </p:txBody>
      </p:sp>
      <p:sp>
        <p:nvSpPr>
          <p:cNvPr id="4" name="Shape 121">
            <a:extLst>
              <a:ext uri="{FF2B5EF4-FFF2-40B4-BE49-F238E27FC236}">
                <a16:creationId xmlns:a16="http://schemas.microsoft.com/office/drawing/2014/main" id="{447EB0AD-ED83-F8E3-295A-C53B794D99E1}"/>
              </a:ext>
            </a:extLst>
          </p:cNvPr>
          <p:cNvSpPr txBox="1">
            <a:spLocks/>
          </p:cNvSpPr>
          <p:nvPr/>
        </p:nvSpPr>
        <p:spPr>
          <a:xfrm>
            <a:off x="1474469" y="2743200"/>
            <a:ext cx="6717781" cy="3470652"/>
          </a:xfrm>
          <a:prstGeom prst="rect">
            <a:avLst/>
          </a:prstGeom>
          <a:blipFill rotWithShape="1">
            <a:blip r:embed="rId2">
              <a:alphaModFix/>
            </a:blip>
            <a:stretch>
              <a:fillRect t="-2215" r="-1409" b="-16818"/>
            </a:stretch>
          </a:blipFill>
          <a:ln w="0">
            <a:noFill/>
          </a:ln>
        </p:spPr>
        <p:txBody>
          <a:bodyPr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3200">
                <a:latin typeface="Arial"/>
                <a:ea typeface="Arial"/>
                <a:cs typeface="Arial"/>
                <a:sym typeface="Arial"/>
              </a:rPr>
              <a:t> </a:t>
            </a:r>
          </a:p>
        </p:txBody>
      </p:sp>
    </p:spTree>
    <p:extLst>
      <p:ext uri="{BB962C8B-B14F-4D97-AF65-F5344CB8AC3E}">
        <p14:creationId xmlns:p14="http://schemas.microsoft.com/office/powerpoint/2010/main" val="255638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C5FEF-6497-C134-7295-1E9AB95E46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846B8A-9BE0-304C-1382-535FA577B509}"/>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O que é otimização? Revisão </a:t>
            </a:r>
          </a:p>
        </p:txBody>
      </p:sp>
      <p:sp>
        <p:nvSpPr>
          <p:cNvPr id="3" name="Subtítulo 2">
            <a:extLst>
              <a:ext uri="{FF2B5EF4-FFF2-40B4-BE49-F238E27FC236}">
                <a16:creationId xmlns:a16="http://schemas.microsoft.com/office/drawing/2014/main" id="{B41CEF19-504A-8F14-03B3-243D50AFE48A}"/>
              </a:ext>
            </a:extLst>
          </p:cNvPr>
          <p:cNvSpPr>
            <a:spLocks noGrp="1"/>
          </p:cNvSpPr>
          <p:nvPr>
            <p:ph type="subTitle"/>
          </p:nvPr>
        </p:nvSpPr>
        <p:spPr>
          <a:xfrm>
            <a:off x="285750" y="2004570"/>
            <a:ext cx="8229240" cy="3977280"/>
          </a:xfrm>
        </p:spPr>
        <p:txBody>
          <a:bodyPr anchor="t"/>
          <a:lstStyle/>
          <a:p>
            <a:pPr marL="171450" indent="-171450" algn="l">
              <a:buFont typeface="Arial" panose="020B0604020202020204" pitchFamily="34" charset="0"/>
              <a:buChar char="•"/>
            </a:pPr>
            <a:r>
              <a:rPr lang="pt-BR" sz="1800" b="1" i="0" dirty="0">
                <a:solidFill>
                  <a:srgbClr val="0D0D0D"/>
                </a:solidFill>
                <a:effectLst/>
              </a:rPr>
              <a:t>Um exemplo:</a:t>
            </a:r>
            <a:endParaRPr lang="pt-BR" sz="1800" b="0" i="0" dirty="0">
              <a:solidFill>
                <a:srgbClr val="0D0D0D"/>
              </a:solidFill>
              <a:effectLst/>
            </a:endParaRPr>
          </a:p>
        </p:txBody>
      </p:sp>
      <p:sp>
        <p:nvSpPr>
          <p:cNvPr id="4" name="Shape 128">
            <a:extLst>
              <a:ext uri="{FF2B5EF4-FFF2-40B4-BE49-F238E27FC236}">
                <a16:creationId xmlns:a16="http://schemas.microsoft.com/office/drawing/2014/main" id="{AA1E197B-DEE6-6CD0-9DA2-6CF9F35F2C27}"/>
              </a:ext>
            </a:extLst>
          </p:cNvPr>
          <p:cNvSpPr txBox="1">
            <a:spLocks/>
          </p:cNvSpPr>
          <p:nvPr/>
        </p:nvSpPr>
        <p:spPr>
          <a:xfrm>
            <a:off x="1643365" y="2586111"/>
            <a:ext cx="5857270" cy="3681489"/>
          </a:xfrm>
          <a:prstGeom prst="rect">
            <a:avLst/>
          </a:prstGeom>
          <a:blipFill rotWithShape="1">
            <a:blip r:embed="rId2">
              <a:alphaModFix/>
            </a:blip>
            <a:stretch>
              <a:fillRect l="-537" t="-1893" r="-1679" b="-1893"/>
            </a:stretch>
          </a:blipFill>
          <a:ln w="0">
            <a:noFill/>
          </a:ln>
        </p:spPr>
        <p:txBody>
          <a:bodyPr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3200">
                <a:latin typeface="Arial"/>
                <a:ea typeface="Arial"/>
                <a:cs typeface="Arial"/>
                <a:sym typeface="Arial"/>
              </a:rPr>
              <a:t> </a:t>
            </a:r>
          </a:p>
        </p:txBody>
      </p:sp>
    </p:spTree>
    <p:extLst>
      <p:ext uri="{BB962C8B-B14F-4D97-AF65-F5344CB8AC3E}">
        <p14:creationId xmlns:p14="http://schemas.microsoft.com/office/powerpoint/2010/main" val="76824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5A5A-D056-6DBB-9F10-3F7979AC62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8E6D88-D1A1-F99C-CC20-C271BEDB138A}"/>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O que é otimização? Revisão </a:t>
            </a:r>
          </a:p>
        </p:txBody>
      </p:sp>
      <p:sp>
        <p:nvSpPr>
          <p:cNvPr id="3" name="Subtítulo 2">
            <a:extLst>
              <a:ext uri="{FF2B5EF4-FFF2-40B4-BE49-F238E27FC236}">
                <a16:creationId xmlns:a16="http://schemas.microsoft.com/office/drawing/2014/main" id="{B83D68C0-7AC8-BB46-2B86-DED94D05BF66}"/>
              </a:ext>
            </a:extLst>
          </p:cNvPr>
          <p:cNvSpPr>
            <a:spLocks noGrp="1"/>
          </p:cNvSpPr>
          <p:nvPr>
            <p:ph type="subTitle"/>
          </p:nvPr>
        </p:nvSpPr>
        <p:spPr>
          <a:xfrm>
            <a:off x="285750" y="2004570"/>
            <a:ext cx="8229240" cy="3977280"/>
          </a:xfrm>
        </p:spPr>
        <p:txBody>
          <a:bodyPr anchor="t"/>
          <a:lstStyle/>
          <a:p>
            <a:pPr algn="l"/>
            <a:r>
              <a:rPr lang="pt-BR" sz="1800" b="1" dirty="0">
                <a:solidFill>
                  <a:srgbClr val="0D0D0D"/>
                </a:solidFill>
              </a:rPr>
              <a:t>Modelo 2D de uma antena?</a:t>
            </a:r>
            <a:endParaRPr lang="pt-BR" sz="1800" b="0" i="0" dirty="0">
              <a:solidFill>
                <a:srgbClr val="0D0D0D"/>
              </a:solidFill>
              <a:effectLst/>
            </a:endParaRPr>
          </a:p>
        </p:txBody>
      </p:sp>
      <p:sp>
        <p:nvSpPr>
          <p:cNvPr id="4" name="Shape 137">
            <a:extLst>
              <a:ext uri="{FF2B5EF4-FFF2-40B4-BE49-F238E27FC236}">
                <a16:creationId xmlns:a16="http://schemas.microsoft.com/office/drawing/2014/main" id="{B1B8D8BA-8D6D-0800-9905-CBE2F3CA2ED1}"/>
              </a:ext>
            </a:extLst>
          </p:cNvPr>
          <p:cNvSpPr txBox="1"/>
          <p:nvPr/>
        </p:nvSpPr>
        <p:spPr>
          <a:xfrm>
            <a:off x="285750" y="4992992"/>
            <a:ext cx="3608339" cy="1590904"/>
          </a:xfrm>
          <a:prstGeom prst="rect">
            <a:avLst/>
          </a:prstGeom>
          <a:blipFill rotWithShape="1">
            <a:blip r:embed="rId2">
              <a:alphaModFix/>
            </a:blip>
            <a:stretch>
              <a:fillRect l="-1076" t="-1322" r="-671"/>
            </a:stretch>
          </a:blipFill>
          <a:ln>
            <a:noFill/>
          </a:ln>
        </p:spPr>
        <p:txBody>
          <a:bodyPr lIns="91425" tIns="45700" rIns="91425" bIns="45700" anchor="t" anchorCtr="0">
            <a:noAutofit/>
          </a:bodyPr>
          <a:lstStyle/>
          <a:p>
            <a:pPr marL="0" marR="0" lvl="0" indent="0" algn="l" rtl="0">
              <a:spcBef>
                <a:spcPts val="0"/>
              </a:spcBef>
              <a:buSzPct val="25000"/>
              <a:buNone/>
            </a:pPr>
            <a:r>
              <a:rPr lang="en-US" sz="1800">
                <a:latin typeface="Calibri"/>
                <a:ea typeface="Calibri"/>
                <a:cs typeface="Calibri"/>
                <a:sym typeface="Calibri"/>
              </a:rPr>
              <a:t> </a:t>
            </a:r>
          </a:p>
        </p:txBody>
      </p:sp>
      <p:pic>
        <p:nvPicPr>
          <p:cNvPr id="5" name="Shape 138">
            <a:extLst>
              <a:ext uri="{FF2B5EF4-FFF2-40B4-BE49-F238E27FC236}">
                <a16:creationId xmlns:a16="http://schemas.microsoft.com/office/drawing/2014/main" id="{E0F2BED8-3E9C-814C-1D50-757334C320C3}"/>
              </a:ext>
            </a:extLst>
          </p:cNvPr>
          <p:cNvPicPr preferRelativeResize="0"/>
          <p:nvPr/>
        </p:nvPicPr>
        <p:blipFill rotWithShape="1">
          <a:blip r:embed="rId3">
            <a:alphaModFix/>
          </a:blip>
          <a:srcRect/>
          <a:stretch/>
        </p:blipFill>
        <p:spPr>
          <a:xfrm>
            <a:off x="369937" y="2623674"/>
            <a:ext cx="3524152" cy="1384475"/>
          </a:xfrm>
          <a:prstGeom prst="rect">
            <a:avLst/>
          </a:prstGeom>
          <a:noFill/>
          <a:ln>
            <a:noFill/>
          </a:ln>
        </p:spPr>
      </p:pic>
      <p:sp>
        <p:nvSpPr>
          <p:cNvPr id="6" name="Shape 139">
            <a:extLst>
              <a:ext uri="{FF2B5EF4-FFF2-40B4-BE49-F238E27FC236}">
                <a16:creationId xmlns:a16="http://schemas.microsoft.com/office/drawing/2014/main" id="{53DE100A-5C3D-8FF5-7CF4-D2612DFD623C}"/>
              </a:ext>
            </a:extLst>
          </p:cNvPr>
          <p:cNvSpPr txBox="1"/>
          <p:nvPr/>
        </p:nvSpPr>
        <p:spPr>
          <a:xfrm>
            <a:off x="5103504" y="2882391"/>
            <a:ext cx="3670559" cy="2906053"/>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2000" b="1" dirty="0" err="1">
                <a:solidFill>
                  <a:schemeClr val="dk1"/>
                </a:solidFill>
                <a:latin typeface="+mj-lt"/>
                <a:ea typeface="Arial"/>
                <a:cs typeface="Arial"/>
                <a:sym typeface="Arial"/>
              </a:rPr>
              <a:t>Questões</a:t>
            </a:r>
            <a:r>
              <a:rPr lang="en-US" sz="2000" b="1" dirty="0">
                <a:solidFill>
                  <a:schemeClr val="dk1"/>
                </a:solidFill>
                <a:latin typeface="+mj-lt"/>
                <a:ea typeface="Arial"/>
                <a:cs typeface="Arial"/>
                <a:sym typeface="Arial"/>
              </a:rPr>
              <a:t> </a:t>
            </a:r>
            <a:r>
              <a:rPr lang="en-US" sz="2000" b="1" dirty="0" err="1">
                <a:solidFill>
                  <a:schemeClr val="dk1"/>
                </a:solidFill>
                <a:latin typeface="+mj-lt"/>
                <a:ea typeface="Arial"/>
                <a:cs typeface="Arial"/>
                <a:sym typeface="Arial"/>
              </a:rPr>
              <a:t>Práticas</a:t>
            </a:r>
            <a:r>
              <a:rPr lang="en-US" sz="2000" b="1" dirty="0">
                <a:solidFill>
                  <a:schemeClr val="dk1"/>
                </a:solidFill>
                <a:latin typeface="+mj-lt"/>
                <a:ea typeface="Arial"/>
                <a:cs typeface="Arial"/>
                <a:sym typeface="Arial"/>
              </a:rPr>
              <a:t>:</a:t>
            </a:r>
          </a:p>
          <a:p>
            <a:pPr marL="342900" marR="0" lvl="0" indent="-342900" algn="l" rtl="0">
              <a:spcBef>
                <a:spcPts val="0"/>
              </a:spcBef>
              <a:buClr>
                <a:schemeClr val="dk1"/>
              </a:buClr>
              <a:buFont typeface="Arial"/>
              <a:buNone/>
            </a:pPr>
            <a:endParaRPr dirty="0">
              <a:solidFill>
                <a:schemeClr val="dk1"/>
              </a:solidFill>
              <a:latin typeface="+mj-lt"/>
              <a:ea typeface="Arial"/>
              <a:cs typeface="Arial"/>
              <a:sym typeface="Arial"/>
            </a:endParaRPr>
          </a:p>
          <a:p>
            <a:pPr marL="342900" marR="0" lvl="0" indent="-342900" algn="l" rtl="0">
              <a:spcBef>
                <a:spcPts val="0"/>
              </a:spcBef>
              <a:buClr>
                <a:schemeClr val="dk1"/>
              </a:buClr>
              <a:buSzPct val="100000"/>
              <a:buFont typeface="Arial"/>
              <a:buChar char="•"/>
            </a:pPr>
            <a:r>
              <a:rPr lang="en-US" dirty="0">
                <a:solidFill>
                  <a:schemeClr val="dk1"/>
                </a:solidFill>
                <a:latin typeface="+mj-lt"/>
                <a:ea typeface="Arial"/>
                <a:cs typeface="Arial"/>
                <a:sym typeface="Arial"/>
              </a:rPr>
              <a:t>Como </a:t>
            </a:r>
            <a:r>
              <a:rPr lang="en-US" dirty="0" err="1">
                <a:solidFill>
                  <a:schemeClr val="dk1"/>
                </a:solidFill>
                <a:latin typeface="+mj-lt"/>
                <a:ea typeface="Arial"/>
                <a:cs typeface="Arial"/>
                <a:sym typeface="Arial"/>
              </a:rPr>
              <a:t>calcular</a:t>
            </a:r>
            <a:r>
              <a:rPr lang="en-US" dirty="0">
                <a:solidFill>
                  <a:schemeClr val="dk1"/>
                </a:solidFill>
                <a:latin typeface="+mj-lt"/>
                <a:ea typeface="Arial"/>
                <a:cs typeface="Arial"/>
                <a:sym typeface="Arial"/>
              </a:rPr>
              <a:t> o </a:t>
            </a:r>
            <a:r>
              <a:rPr lang="en-US" dirty="0" err="1">
                <a:solidFill>
                  <a:schemeClr val="dk1"/>
                </a:solidFill>
                <a:latin typeface="+mj-lt"/>
                <a:ea typeface="Arial"/>
                <a:cs typeface="Arial"/>
                <a:sym typeface="Arial"/>
              </a:rPr>
              <a:t>desempenho</a:t>
            </a:r>
            <a:r>
              <a:rPr lang="en-US" dirty="0">
                <a:solidFill>
                  <a:schemeClr val="dk1"/>
                </a:solidFill>
                <a:latin typeface="+mj-lt"/>
                <a:ea typeface="Arial"/>
                <a:cs typeface="Arial"/>
                <a:sym typeface="Arial"/>
              </a:rPr>
              <a:t> de </a:t>
            </a:r>
            <a:r>
              <a:rPr lang="en-US" dirty="0" err="1">
                <a:solidFill>
                  <a:schemeClr val="dk1"/>
                </a:solidFill>
                <a:latin typeface="+mj-lt"/>
                <a:ea typeface="Arial"/>
                <a:cs typeface="Arial"/>
                <a:sym typeface="Arial"/>
              </a:rPr>
              <a:t>transmissão</a:t>
            </a:r>
            <a:r>
              <a:rPr lang="en-US" dirty="0">
                <a:solidFill>
                  <a:schemeClr val="dk1"/>
                </a:solidFill>
                <a:latin typeface="+mj-lt"/>
                <a:ea typeface="Arial"/>
                <a:cs typeface="Arial"/>
                <a:sym typeface="Arial"/>
              </a:rPr>
              <a:t> da </a:t>
            </a:r>
            <a:r>
              <a:rPr lang="en-US" dirty="0" err="1">
                <a:solidFill>
                  <a:schemeClr val="dk1"/>
                </a:solidFill>
                <a:latin typeface="+mj-lt"/>
                <a:ea typeface="Arial"/>
                <a:cs typeface="Arial"/>
                <a:sym typeface="Arial"/>
              </a:rPr>
              <a:t>antena</a:t>
            </a:r>
            <a:r>
              <a:rPr lang="en-US" dirty="0">
                <a:solidFill>
                  <a:schemeClr val="dk1"/>
                </a:solidFill>
                <a:latin typeface="+mj-lt"/>
                <a:ea typeface="Arial"/>
                <a:cs typeface="Arial"/>
                <a:sym typeface="Arial"/>
              </a:rPr>
              <a:t> com base </a:t>
            </a:r>
            <a:r>
              <a:rPr lang="en-US" dirty="0" err="1">
                <a:solidFill>
                  <a:schemeClr val="dk1"/>
                </a:solidFill>
                <a:latin typeface="+mj-lt"/>
                <a:ea typeface="Arial"/>
                <a:cs typeface="Arial"/>
                <a:sym typeface="Arial"/>
              </a:rPr>
              <a:t>nas</a:t>
            </a:r>
            <a:r>
              <a:rPr lang="en-US" dirty="0">
                <a:solidFill>
                  <a:schemeClr val="dk1"/>
                </a:solidFill>
                <a:latin typeface="+mj-lt"/>
                <a:ea typeface="Arial"/>
                <a:cs typeface="Arial"/>
                <a:sym typeface="Arial"/>
              </a:rPr>
              <a:t> </a:t>
            </a:r>
            <a:r>
              <a:rPr lang="en-US" dirty="0" err="1">
                <a:solidFill>
                  <a:schemeClr val="dk1"/>
                </a:solidFill>
                <a:latin typeface="+mj-lt"/>
                <a:ea typeface="Arial"/>
                <a:cs typeface="Arial"/>
                <a:sym typeface="Arial"/>
              </a:rPr>
              <a:t>variáveis</a:t>
            </a:r>
            <a:r>
              <a:rPr lang="en-US" dirty="0">
                <a:solidFill>
                  <a:schemeClr val="dk1"/>
                </a:solidFill>
                <a:latin typeface="+mj-lt"/>
                <a:ea typeface="Arial"/>
                <a:cs typeface="Arial"/>
                <a:sym typeface="Arial"/>
              </a:rPr>
              <a:t>?</a:t>
            </a:r>
          </a:p>
          <a:p>
            <a:pPr marL="342900" marR="0" lvl="0" indent="-342900" algn="l" rtl="0">
              <a:spcBef>
                <a:spcPts val="0"/>
              </a:spcBef>
              <a:buClr>
                <a:schemeClr val="dk1"/>
              </a:buClr>
              <a:buFont typeface="Arial"/>
              <a:buNone/>
            </a:pPr>
            <a:endParaRPr dirty="0">
              <a:solidFill>
                <a:schemeClr val="dk1"/>
              </a:solidFill>
              <a:latin typeface="+mj-lt"/>
              <a:ea typeface="Arial"/>
              <a:cs typeface="Arial"/>
              <a:sym typeface="Arial"/>
            </a:endParaRPr>
          </a:p>
          <a:p>
            <a:pPr marL="342900" marR="0" lvl="0" indent="-342900" algn="l" rtl="0">
              <a:spcBef>
                <a:spcPts val="0"/>
              </a:spcBef>
              <a:buClr>
                <a:schemeClr val="dk1"/>
              </a:buClr>
              <a:buSzPct val="100000"/>
              <a:buFont typeface="Arial"/>
              <a:buChar char="•"/>
            </a:pPr>
            <a:r>
              <a:rPr lang="en-US" dirty="0" err="1">
                <a:solidFill>
                  <a:schemeClr val="dk1"/>
                </a:solidFill>
                <a:latin typeface="+mj-lt"/>
                <a:ea typeface="Arial"/>
                <a:cs typeface="Arial"/>
                <a:sym typeface="Arial"/>
              </a:rPr>
              <a:t>Quais</a:t>
            </a:r>
            <a:r>
              <a:rPr lang="en-US" dirty="0">
                <a:solidFill>
                  <a:schemeClr val="dk1"/>
                </a:solidFill>
                <a:latin typeface="+mj-lt"/>
                <a:ea typeface="Arial"/>
                <a:cs typeface="Arial"/>
                <a:sym typeface="Arial"/>
              </a:rPr>
              <a:t> </a:t>
            </a:r>
            <a:r>
              <a:rPr lang="en-US" dirty="0" err="1">
                <a:solidFill>
                  <a:schemeClr val="dk1"/>
                </a:solidFill>
                <a:latin typeface="+mj-lt"/>
                <a:ea typeface="Arial"/>
                <a:cs typeface="Arial"/>
                <a:sym typeface="Arial"/>
              </a:rPr>
              <a:t>os</a:t>
            </a:r>
            <a:r>
              <a:rPr lang="en-US" dirty="0">
                <a:solidFill>
                  <a:schemeClr val="dk1"/>
                </a:solidFill>
                <a:latin typeface="+mj-lt"/>
                <a:ea typeface="Arial"/>
                <a:cs typeface="Arial"/>
                <a:sym typeface="Arial"/>
              </a:rPr>
              <a:t> </a:t>
            </a:r>
            <a:r>
              <a:rPr lang="en-US" dirty="0" err="1">
                <a:solidFill>
                  <a:schemeClr val="dk1"/>
                </a:solidFill>
                <a:latin typeface="+mj-lt"/>
                <a:ea typeface="Arial"/>
                <a:cs typeface="Arial"/>
                <a:sym typeface="Arial"/>
              </a:rPr>
              <a:t>limites</a:t>
            </a:r>
            <a:r>
              <a:rPr lang="en-US" dirty="0">
                <a:solidFill>
                  <a:schemeClr val="dk1"/>
                </a:solidFill>
                <a:latin typeface="+mj-lt"/>
                <a:ea typeface="Arial"/>
                <a:cs typeface="Arial"/>
                <a:sym typeface="Arial"/>
              </a:rPr>
              <a:t> para as </a:t>
            </a:r>
            <a:r>
              <a:rPr lang="en-US" dirty="0" err="1">
                <a:solidFill>
                  <a:schemeClr val="dk1"/>
                </a:solidFill>
                <a:latin typeface="+mj-lt"/>
                <a:ea typeface="Arial"/>
                <a:cs typeface="Arial"/>
                <a:sym typeface="Arial"/>
              </a:rPr>
              <a:t>variáveis</a:t>
            </a:r>
            <a:r>
              <a:rPr lang="en-US" dirty="0">
                <a:solidFill>
                  <a:schemeClr val="dk1"/>
                </a:solidFill>
                <a:latin typeface="+mj-lt"/>
                <a:ea typeface="Arial"/>
                <a:cs typeface="Arial"/>
                <a:sym typeface="Arial"/>
              </a:rPr>
              <a:t>?</a:t>
            </a:r>
          </a:p>
          <a:p>
            <a:pPr marL="800100" marR="0" lvl="1" indent="-342900" algn="l" rtl="0">
              <a:spcBef>
                <a:spcPts val="0"/>
              </a:spcBef>
              <a:buClr>
                <a:schemeClr val="dk1"/>
              </a:buClr>
              <a:buSzPct val="100000"/>
              <a:buFont typeface="Arial"/>
              <a:buChar char="•"/>
            </a:pPr>
            <a:r>
              <a:rPr lang="en-US" dirty="0" err="1">
                <a:solidFill>
                  <a:schemeClr val="dk1"/>
                </a:solidFill>
                <a:latin typeface="+mj-lt"/>
              </a:rPr>
              <a:t>d</a:t>
            </a:r>
            <a:r>
              <a:rPr lang="en-US" b="0" i="0" u="none" strike="noStrike" cap="none" dirty="0" err="1">
                <a:solidFill>
                  <a:schemeClr val="dk1"/>
                </a:solidFill>
                <a:latin typeface="+mj-lt"/>
                <a:ea typeface="Arial"/>
                <a:cs typeface="Arial"/>
                <a:sym typeface="Arial"/>
              </a:rPr>
              <a:t>omínio</a:t>
            </a:r>
            <a:r>
              <a:rPr lang="en-US" b="0" i="0" u="none" strike="noStrike" cap="none" dirty="0">
                <a:solidFill>
                  <a:schemeClr val="dk1"/>
                </a:solidFill>
                <a:latin typeface="+mj-lt"/>
                <a:ea typeface="Arial"/>
                <a:cs typeface="Arial"/>
                <a:sym typeface="Arial"/>
              </a:rPr>
              <a:t> do </a:t>
            </a:r>
            <a:r>
              <a:rPr lang="en-US" b="0" i="0" u="none" strike="noStrike" cap="none" dirty="0" err="1">
                <a:solidFill>
                  <a:schemeClr val="dk1"/>
                </a:solidFill>
                <a:latin typeface="+mj-lt"/>
                <a:ea typeface="Arial"/>
                <a:cs typeface="Arial"/>
                <a:sym typeface="Arial"/>
              </a:rPr>
              <a:t>problema</a:t>
            </a:r>
            <a:r>
              <a:rPr lang="en-US" b="0" i="0" u="none" strike="noStrike" cap="none" dirty="0">
                <a:solidFill>
                  <a:schemeClr val="dk1"/>
                </a:solidFill>
                <a:latin typeface="+mj-lt"/>
                <a:ea typeface="Arial"/>
                <a:cs typeface="Arial"/>
                <a:sym typeface="Arial"/>
              </a:rPr>
              <a:t>;</a:t>
            </a:r>
          </a:p>
          <a:p>
            <a:pPr marL="342900" marR="0" lvl="0" indent="-342900" algn="l" rtl="0">
              <a:spcBef>
                <a:spcPts val="0"/>
              </a:spcBef>
              <a:buClr>
                <a:schemeClr val="dk1"/>
              </a:buClr>
              <a:buFont typeface="Arial"/>
              <a:buNone/>
            </a:pPr>
            <a:endParaRPr dirty="0">
              <a:solidFill>
                <a:schemeClr val="dk1"/>
              </a:solidFill>
              <a:latin typeface="+mj-lt"/>
              <a:ea typeface="Arial"/>
              <a:cs typeface="Arial"/>
              <a:sym typeface="Arial"/>
            </a:endParaRPr>
          </a:p>
          <a:p>
            <a:pPr marL="342900" marR="0" lvl="0" indent="-342900" algn="l" rtl="0">
              <a:spcBef>
                <a:spcPts val="0"/>
              </a:spcBef>
              <a:buClr>
                <a:schemeClr val="dk1"/>
              </a:buClr>
              <a:buSzPct val="100000"/>
              <a:buFont typeface="Arial"/>
              <a:buChar char="•"/>
            </a:pPr>
            <a:r>
              <a:rPr lang="en-US" dirty="0">
                <a:solidFill>
                  <a:schemeClr val="dk1"/>
                </a:solidFill>
                <a:latin typeface="+mj-lt"/>
                <a:ea typeface="Arial"/>
                <a:cs typeface="Arial"/>
                <a:sym typeface="Arial"/>
              </a:rPr>
              <a:t>Como </a:t>
            </a:r>
            <a:r>
              <a:rPr lang="en-US" dirty="0" err="1">
                <a:solidFill>
                  <a:schemeClr val="dk1"/>
                </a:solidFill>
                <a:latin typeface="+mj-lt"/>
                <a:ea typeface="Arial"/>
                <a:cs typeface="Arial"/>
                <a:sym typeface="Arial"/>
              </a:rPr>
              <a:t>calcular</a:t>
            </a:r>
            <a:r>
              <a:rPr lang="en-US" dirty="0">
                <a:solidFill>
                  <a:schemeClr val="dk1"/>
                </a:solidFill>
                <a:latin typeface="+mj-lt"/>
                <a:ea typeface="Arial"/>
                <a:cs typeface="Arial"/>
                <a:sym typeface="Arial"/>
              </a:rPr>
              <a:t> o </a:t>
            </a:r>
            <a:r>
              <a:rPr lang="en-US" dirty="0" err="1">
                <a:solidFill>
                  <a:schemeClr val="dk1"/>
                </a:solidFill>
                <a:latin typeface="+mj-lt"/>
                <a:ea typeface="Arial"/>
                <a:cs typeface="Arial"/>
                <a:sym typeface="Arial"/>
              </a:rPr>
              <a:t>tamanho</a:t>
            </a:r>
            <a:r>
              <a:rPr lang="en-US" dirty="0">
                <a:solidFill>
                  <a:schemeClr val="dk1"/>
                </a:solidFill>
                <a:latin typeface="+mj-lt"/>
                <a:ea typeface="Arial"/>
                <a:cs typeface="Arial"/>
                <a:sym typeface="Arial"/>
              </a:rPr>
              <a:t> da </a:t>
            </a:r>
            <a:r>
              <a:rPr lang="en-US" dirty="0" err="1">
                <a:solidFill>
                  <a:schemeClr val="dk1"/>
                </a:solidFill>
                <a:latin typeface="+mj-lt"/>
                <a:ea typeface="Arial"/>
                <a:cs typeface="Arial"/>
                <a:sym typeface="Arial"/>
              </a:rPr>
              <a:t>antena</a:t>
            </a:r>
            <a:r>
              <a:rPr lang="en-US" sz="1600" dirty="0">
                <a:latin typeface="+mj-lt"/>
              </a:rPr>
              <a:t> </a:t>
            </a:r>
            <a:r>
              <a:rPr lang="en-US" dirty="0">
                <a:solidFill>
                  <a:schemeClr val="dk1"/>
                </a:solidFill>
                <a:latin typeface="+mj-lt"/>
                <a:ea typeface="Arial"/>
                <a:cs typeface="Arial"/>
                <a:sym typeface="Arial"/>
              </a:rPr>
              <a:t>com base </a:t>
            </a:r>
            <a:r>
              <a:rPr lang="en-US" dirty="0" err="1">
                <a:solidFill>
                  <a:schemeClr val="dk1"/>
                </a:solidFill>
                <a:latin typeface="+mj-lt"/>
                <a:ea typeface="Arial"/>
                <a:cs typeface="Arial"/>
                <a:sym typeface="Arial"/>
              </a:rPr>
              <a:t>nas</a:t>
            </a:r>
            <a:r>
              <a:rPr lang="en-US" dirty="0">
                <a:solidFill>
                  <a:schemeClr val="dk1"/>
                </a:solidFill>
                <a:latin typeface="+mj-lt"/>
                <a:ea typeface="Arial"/>
                <a:cs typeface="Arial"/>
                <a:sym typeface="Arial"/>
              </a:rPr>
              <a:t> </a:t>
            </a:r>
            <a:r>
              <a:rPr lang="en-US" dirty="0" err="1">
                <a:solidFill>
                  <a:schemeClr val="dk1"/>
                </a:solidFill>
                <a:latin typeface="+mj-lt"/>
                <a:ea typeface="Arial"/>
                <a:cs typeface="Arial"/>
                <a:sym typeface="Arial"/>
              </a:rPr>
              <a:t>variáveis</a:t>
            </a:r>
            <a:r>
              <a:rPr lang="en-US" dirty="0">
                <a:solidFill>
                  <a:schemeClr val="dk1"/>
                </a:solidFill>
                <a:latin typeface="+mj-lt"/>
                <a:ea typeface="Arial"/>
                <a:cs typeface="Arial"/>
                <a:sym typeface="Arial"/>
              </a:rPr>
              <a:t> (</a:t>
            </a:r>
            <a:r>
              <a:rPr lang="en-US" dirty="0" err="1">
                <a:solidFill>
                  <a:schemeClr val="dk1"/>
                </a:solidFill>
                <a:latin typeface="+mj-lt"/>
                <a:ea typeface="Arial"/>
                <a:cs typeface="Arial"/>
                <a:sym typeface="Arial"/>
              </a:rPr>
              <a:t>parâmetros</a:t>
            </a:r>
            <a:r>
              <a:rPr lang="en-US" dirty="0">
                <a:solidFill>
                  <a:schemeClr val="dk1"/>
                </a:solidFill>
                <a:latin typeface="+mj-lt"/>
                <a:ea typeface="Arial"/>
                <a:cs typeface="Arial"/>
                <a:sym typeface="Arial"/>
              </a:rPr>
              <a:t>)?</a:t>
            </a:r>
          </a:p>
          <a:p>
            <a:pPr marL="0" marR="0" lvl="0" indent="0" algn="l" rtl="0">
              <a:spcBef>
                <a:spcPts val="0"/>
              </a:spcBef>
              <a:buSzPct val="25000"/>
              <a:buNone/>
            </a:pPr>
            <a:r>
              <a:rPr lang="en-US" sz="2000" dirty="0">
                <a:solidFill>
                  <a:schemeClr val="dk1"/>
                </a:solidFill>
                <a:latin typeface="Arial"/>
                <a:ea typeface="Arial"/>
                <a:cs typeface="Arial"/>
                <a:sym typeface="Arial"/>
              </a:rPr>
              <a:t>  </a:t>
            </a:r>
          </a:p>
          <a:p>
            <a:pPr marL="285750" marR="0" lvl="0" indent="-285750" algn="l" rtl="0">
              <a:spcBef>
                <a:spcPts val="0"/>
              </a:spcBef>
              <a:buClr>
                <a:schemeClr val="dk1"/>
              </a:buClr>
              <a:buFont typeface="Arial"/>
              <a:buNone/>
            </a:pPr>
            <a:endParaRPr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3727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1181-31AD-138B-217D-2E6B278856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8FF204-8CF0-5004-A058-8DCB2E635440}"/>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O que é otimização? Revisão </a:t>
            </a:r>
          </a:p>
        </p:txBody>
      </p:sp>
      <p:sp>
        <p:nvSpPr>
          <p:cNvPr id="3" name="Subtítulo 2">
            <a:extLst>
              <a:ext uri="{FF2B5EF4-FFF2-40B4-BE49-F238E27FC236}">
                <a16:creationId xmlns:a16="http://schemas.microsoft.com/office/drawing/2014/main" id="{B19468B5-362A-86C3-3417-72F705E445A9}"/>
              </a:ext>
            </a:extLst>
          </p:cNvPr>
          <p:cNvSpPr>
            <a:spLocks noGrp="1"/>
          </p:cNvSpPr>
          <p:nvPr>
            <p:ph type="subTitle"/>
          </p:nvPr>
        </p:nvSpPr>
        <p:spPr>
          <a:xfrm>
            <a:off x="285750" y="2004570"/>
            <a:ext cx="8229240" cy="3977280"/>
          </a:xfrm>
        </p:spPr>
        <p:txBody>
          <a:bodyPr anchor="t"/>
          <a:lstStyle/>
          <a:p>
            <a:pPr algn="l"/>
            <a:r>
              <a:rPr lang="pt-BR" sz="1600" b="1" i="0" dirty="0">
                <a:solidFill>
                  <a:srgbClr val="0D0D0D"/>
                </a:solidFill>
                <a:effectLst/>
                <a:latin typeface="+mn-lt"/>
              </a:rPr>
              <a:t>Resolvendo</a:t>
            </a:r>
            <a:r>
              <a:rPr lang="pt-BR" sz="1000" b="1" i="0" dirty="0">
                <a:solidFill>
                  <a:srgbClr val="0D0D0D"/>
                </a:solidFill>
                <a:effectLst/>
                <a:latin typeface="Söhne"/>
              </a:rPr>
              <a:t>:</a:t>
            </a:r>
            <a:endParaRPr lang="pt-BR" sz="1000" b="0" i="0" dirty="0">
              <a:solidFill>
                <a:srgbClr val="0D0D0D"/>
              </a:solidFill>
              <a:effectLst/>
              <a:latin typeface="Söhne"/>
            </a:endParaRPr>
          </a:p>
        </p:txBody>
      </p:sp>
      <p:sp>
        <p:nvSpPr>
          <p:cNvPr id="4" name="Shape 145">
            <a:extLst>
              <a:ext uri="{FF2B5EF4-FFF2-40B4-BE49-F238E27FC236}">
                <a16:creationId xmlns:a16="http://schemas.microsoft.com/office/drawing/2014/main" id="{2BCA5CA3-1F14-D1C7-29F3-2A05590EDF68}"/>
              </a:ext>
            </a:extLst>
          </p:cNvPr>
          <p:cNvSpPr txBox="1">
            <a:spLocks/>
          </p:cNvSpPr>
          <p:nvPr/>
        </p:nvSpPr>
        <p:spPr>
          <a:xfrm>
            <a:off x="868604" y="5131701"/>
            <a:ext cx="9071640" cy="3144433"/>
          </a:xfrm>
          <a:prstGeom prst="rect">
            <a:avLst/>
          </a:prstGeom>
          <a:blipFill rotWithShape="1">
            <a:blip r:embed="rId2">
              <a:alphaModFix/>
            </a:blip>
            <a:stretch>
              <a:fillRect t="-774"/>
            </a:stretch>
          </a:blipFill>
          <a:ln w="0">
            <a:noFill/>
          </a:ln>
        </p:spPr>
        <p:txBody>
          <a:bodyPr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3200">
                <a:latin typeface="Arial"/>
                <a:ea typeface="Arial"/>
                <a:cs typeface="Arial"/>
                <a:sym typeface="Arial"/>
              </a:rPr>
              <a:t> </a:t>
            </a:r>
          </a:p>
        </p:txBody>
      </p:sp>
      <p:pic>
        <p:nvPicPr>
          <p:cNvPr id="5" name="Shape 154">
            <a:extLst>
              <a:ext uri="{FF2B5EF4-FFF2-40B4-BE49-F238E27FC236}">
                <a16:creationId xmlns:a16="http://schemas.microsoft.com/office/drawing/2014/main" id="{52E73FEE-E7FE-EEFC-C05D-B5D061687E23}"/>
              </a:ext>
            </a:extLst>
          </p:cNvPr>
          <p:cNvPicPr preferRelativeResize="0"/>
          <p:nvPr/>
        </p:nvPicPr>
        <p:blipFill rotWithShape="1">
          <a:blip r:embed="rId3">
            <a:alphaModFix/>
          </a:blip>
          <a:srcRect/>
          <a:stretch/>
        </p:blipFill>
        <p:spPr>
          <a:xfrm>
            <a:off x="0" y="2513898"/>
            <a:ext cx="4643988" cy="2108476"/>
          </a:xfrm>
          <a:prstGeom prst="rect">
            <a:avLst/>
          </a:prstGeom>
          <a:noFill/>
          <a:ln>
            <a:noFill/>
          </a:ln>
        </p:spPr>
      </p:pic>
      <p:sp>
        <p:nvSpPr>
          <p:cNvPr id="6" name="Shape 155">
            <a:extLst>
              <a:ext uri="{FF2B5EF4-FFF2-40B4-BE49-F238E27FC236}">
                <a16:creationId xmlns:a16="http://schemas.microsoft.com/office/drawing/2014/main" id="{79544470-217B-86D5-14B8-9DB0A1C458A2}"/>
              </a:ext>
            </a:extLst>
          </p:cNvPr>
          <p:cNvSpPr txBox="1"/>
          <p:nvPr/>
        </p:nvSpPr>
        <p:spPr>
          <a:xfrm>
            <a:off x="6991293" y="1729076"/>
            <a:ext cx="1154547" cy="2949141"/>
          </a:xfrm>
          <a:prstGeom prst="rect">
            <a:avLst/>
          </a:prstGeom>
          <a:blipFill rotWithShape="1">
            <a:blip r:embed="rId4">
              <a:alphaModFix/>
            </a:blip>
            <a:stretch>
              <a:fillRect/>
            </a:stretch>
          </a:blipFill>
          <a:ln>
            <a:noFill/>
          </a:ln>
        </p:spPr>
        <p:txBody>
          <a:bodyPr lIns="91425" tIns="45700" rIns="91425" bIns="45700" anchor="t" anchorCtr="0">
            <a:noAutofit/>
          </a:bodyPr>
          <a:lstStyle/>
          <a:p>
            <a:pPr marL="0" marR="0" lvl="0" indent="0" algn="l" rtl="0">
              <a:spcBef>
                <a:spcPts val="0"/>
              </a:spcBef>
              <a:buSzPct val="25000"/>
              <a:buNone/>
            </a:pPr>
            <a:r>
              <a:rPr lang="en-US" sz="1800">
                <a:latin typeface="Calibri"/>
                <a:ea typeface="Calibri"/>
                <a:cs typeface="Calibri"/>
                <a:sym typeface="Calibri"/>
              </a:rPr>
              <a:t> </a:t>
            </a:r>
          </a:p>
        </p:txBody>
      </p:sp>
      <p:sp>
        <p:nvSpPr>
          <p:cNvPr id="7" name="Shape 156">
            <a:extLst>
              <a:ext uri="{FF2B5EF4-FFF2-40B4-BE49-F238E27FC236}">
                <a16:creationId xmlns:a16="http://schemas.microsoft.com/office/drawing/2014/main" id="{A9B22372-4E08-9436-C53C-942AEF9566D2}"/>
              </a:ext>
            </a:extLst>
          </p:cNvPr>
          <p:cNvSpPr/>
          <p:nvPr/>
        </p:nvSpPr>
        <p:spPr>
          <a:xfrm>
            <a:off x="4827739" y="2407099"/>
            <a:ext cx="3245440" cy="3693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1" dirty="0" err="1">
                <a:solidFill>
                  <a:schemeClr val="dk1"/>
                </a:solidFill>
                <a:latin typeface="Arial"/>
                <a:ea typeface="Arial"/>
                <a:cs typeface="Arial"/>
                <a:sym typeface="Arial"/>
              </a:rPr>
              <a:t>vetor</a:t>
            </a:r>
            <a:r>
              <a:rPr lang="en-US" sz="1800" b="1" dirty="0">
                <a:solidFill>
                  <a:schemeClr val="dk1"/>
                </a:solidFill>
                <a:latin typeface="Arial"/>
                <a:ea typeface="Arial"/>
                <a:cs typeface="Arial"/>
                <a:sym typeface="Arial"/>
              </a:rPr>
              <a:t> de </a:t>
            </a:r>
            <a:r>
              <a:rPr lang="en-US" sz="1800" b="1" i="1" dirty="0" err="1">
                <a:solidFill>
                  <a:schemeClr val="dk1"/>
                </a:solidFill>
                <a:latin typeface="Arial"/>
                <a:ea typeface="Arial"/>
                <a:cs typeface="Arial"/>
                <a:sym typeface="Arial"/>
              </a:rPr>
              <a:t>variáveis</a:t>
            </a:r>
            <a:r>
              <a:rPr lang="en-US" sz="1800" b="1" i="1" dirty="0">
                <a:solidFill>
                  <a:schemeClr val="dk1"/>
                </a:solidFill>
                <a:latin typeface="Arial"/>
                <a:ea typeface="Arial"/>
                <a:cs typeface="Arial"/>
                <a:sym typeface="Arial"/>
              </a:rPr>
              <a:t> de </a:t>
            </a:r>
            <a:r>
              <a:rPr lang="en-US" sz="1800" b="1" i="1" dirty="0" err="1">
                <a:solidFill>
                  <a:schemeClr val="dk1"/>
                </a:solidFill>
                <a:latin typeface="Arial"/>
                <a:ea typeface="Arial"/>
                <a:cs typeface="Arial"/>
                <a:sym typeface="Arial"/>
              </a:rPr>
              <a:t>otimização</a:t>
            </a:r>
            <a:endParaRPr lang="en-US" sz="1800" b="1" i="1"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6375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7AAA-554A-5EBF-BEF8-C5B4017765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DE6C5D-0418-54DD-5427-98D6E751A9AA}"/>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O que é otimização? Revisão </a:t>
            </a:r>
          </a:p>
        </p:txBody>
      </p:sp>
      <p:sp>
        <p:nvSpPr>
          <p:cNvPr id="3" name="CaixaDeTexto 2">
            <a:extLst>
              <a:ext uri="{FF2B5EF4-FFF2-40B4-BE49-F238E27FC236}">
                <a16:creationId xmlns:a16="http://schemas.microsoft.com/office/drawing/2014/main" id="{92115A0C-AB26-143E-9809-3D09CFE0F99A}"/>
              </a:ext>
            </a:extLst>
          </p:cNvPr>
          <p:cNvSpPr txBox="1"/>
          <p:nvPr/>
        </p:nvSpPr>
        <p:spPr>
          <a:xfrm>
            <a:off x="457200" y="1725930"/>
            <a:ext cx="8229240" cy="2031325"/>
          </a:xfrm>
          <a:prstGeom prst="rect">
            <a:avLst/>
          </a:prstGeom>
          <a:noFill/>
        </p:spPr>
        <p:txBody>
          <a:bodyPr wrap="square" rtlCol="0">
            <a:spAutoFit/>
          </a:bodyPr>
          <a:lstStyle/>
          <a:p>
            <a:r>
              <a:rPr lang="pt-BR" dirty="0"/>
              <a:t>Exemplo 1:</a:t>
            </a:r>
          </a:p>
          <a:p>
            <a:pPr algn="just"/>
            <a:endParaRPr lang="pt-BR" dirty="0"/>
          </a:p>
          <a:p>
            <a:pPr algn="just"/>
            <a:r>
              <a:rPr lang="pt-BR" sz="1800" b="0" i="0" u="none" strike="noStrike" baseline="0" dirty="0">
                <a:latin typeface="ArialMT"/>
              </a:rPr>
              <a:t>A tabela a seguir apresenta a quantidade disponível de cada vitamina em</a:t>
            </a:r>
          </a:p>
          <a:p>
            <a:pPr algn="just"/>
            <a:r>
              <a:rPr lang="pt-BR" sz="1800" b="0" i="0" u="none" strike="noStrike" baseline="0" dirty="0">
                <a:latin typeface="ArialMT"/>
              </a:rPr>
              <a:t>cada um dos alimentos permitidos na dieta, a necessidade diária de cada</a:t>
            </a:r>
          </a:p>
          <a:p>
            <a:pPr algn="just"/>
            <a:r>
              <a:rPr lang="pt-BR" sz="1800" b="0" i="0" u="none" strike="noStrike" baseline="0" dirty="0">
                <a:latin typeface="ArialMT"/>
              </a:rPr>
              <a:t>vitamina e o custo (em reais) de cada alimento.</a:t>
            </a:r>
          </a:p>
          <a:p>
            <a:pPr algn="just"/>
            <a:r>
              <a:rPr lang="pt-BR" sz="1800" b="0" i="0" u="none" strike="noStrike" baseline="0" dirty="0">
                <a:latin typeface="ArialMT"/>
              </a:rPr>
              <a:t>• Qual deve ser a dieta de </a:t>
            </a:r>
            <a:r>
              <a:rPr lang="pt-BR" sz="1800" b="1" i="0" u="none" strike="noStrike" baseline="0" dirty="0">
                <a:latin typeface="Arial-BoldMT"/>
              </a:rPr>
              <a:t>custo mínimo </a:t>
            </a:r>
            <a:r>
              <a:rPr lang="pt-BR" sz="1800" b="0" i="0" u="none" strike="noStrike" baseline="0" dirty="0">
                <a:latin typeface="ArialMT"/>
              </a:rPr>
              <a:t>que satisfaça as necessidades</a:t>
            </a:r>
          </a:p>
          <a:p>
            <a:pPr algn="just"/>
            <a:r>
              <a:rPr lang="pt-BR" sz="1800" b="0" i="0" u="none" strike="noStrike" baseline="0" dirty="0">
                <a:latin typeface="ArialMT"/>
              </a:rPr>
              <a:t>alimentares?</a:t>
            </a:r>
            <a:r>
              <a:rPr lang="pt-BR" dirty="0"/>
              <a:t> </a:t>
            </a:r>
          </a:p>
        </p:txBody>
      </p:sp>
      <p:pic>
        <p:nvPicPr>
          <p:cNvPr id="6" name="Imagem 5">
            <a:extLst>
              <a:ext uri="{FF2B5EF4-FFF2-40B4-BE49-F238E27FC236}">
                <a16:creationId xmlns:a16="http://schemas.microsoft.com/office/drawing/2014/main" id="{D4DE4E75-79B3-1E31-180F-08FB6B07D09E}"/>
              </a:ext>
            </a:extLst>
          </p:cNvPr>
          <p:cNvPicPr>
            <a:picLocks noChangeAspect="1"/>
          </p:cNvPicPr>
          <p:nvPr/>
        </p:nvPicPr>
        <p:blipFill>
          <a:blip r:embed="rId2"/>
          <a:stretch>
            <a:fillRect/>
          </a:stretch>
        </p:blipFill>
        <p:spPr>
          <a:xfrm>
            <a:off x="1283807" y="4083004"/>
            <a:ext cx="6324925" cy="1778091"/>
          </a:xfrm>
          <a:prstGeom prst="rect">
            <a:avLst/>
          </a:prstGeom>
        </p:spPr>
      </p:pic>
    </p:spTree>
    <p:extLst>
      <p:ext uri="{BB962C8B-B14F-4D97-AF65-F5344CB8AC3E}">
        <p14:creationId xmlns:p14="http://schemas.microsoft.com/office/powerpoint/2010/main" val="371970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62EDD-4D40-86C6-5063-CA1AC9932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0C9859-D42A-03FA-DAEB-49F46FE87EC1}"/>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O que é otimização? Revisão </a:t>
            </a:r>
          </a:p>
        </p:txBody>
      </p:sp>
      <p:sp>
        <p:nvSpPr>
          <p:cNvPr id="3" name="Subtítulo 2">
            <a:extLst>
              <a:ext uri="{FF2B5EF4-FFF2-40B4-BE49-F238E27FC236}">
                <a16:creationId xmlns:a16="http://schemas.microsoft.com/office/drawing/2014/main" id="{357D7BB1-807F-42F5-510C-AD6C1FCBC82A}"/>
              </a:ext>
            </a:extLst>
          </p:cNvPr>
          <p:cNvSpPr>
            <a:spLocks noGrp="1"/>
          </p:cNvSpPr>
          <p:nvPr>
            <p:ph type="subTitle" idx="4294967295"/>
          </p:nvPr>
        </p:nvSpPr>
        <p:spPr>
          <a:xfrm>
            <a:off x="285750" y="2004570"/>
            <a:ext cx="8229240" cy="3977280"/>
          </a:xfrm>
        </p:spPr>
        <p:txBody>
          <a:bodyPr anchor="t">
            <a:normAutofit fontScale="70000" lnSpcReduction="20000"/>
          </a:bodyPr>
          <a:lstStyle/>
          <a:p>
            <a:pPr algn="just"/>
            <a:r>
              <a:rPr lang="pt-BR" sz="1800" b="1" i="0" u="none" strike="noStrike" baseline="0" dirty="0"/>
              <a:t>Resolvendo:</a:t>
            </a:r>
          </a:p>
          <a:p>
            <a:pPr algn="just"/>
            <a:endParaRPr lang="pt-BR" sz="1800" b="1" dirty="0"/>
          </a:p>
          <a:p>
            <a:pPr algn="just"/>
            <a:r>
              <a:rPr lang="pt-BR" sz="1800" b="1" i="0" u="none" strike="noStrike" baseline="0" dirty="0"/>
              <a:t>1 – Definindo as variáveis de decisão</a:t>
            </a:r>
          </a:p>
          <a:p>
            <a:pPr algn="just"/>
            <a:r>
              <a:rPr lang="pt-BR" sz="1800" dirty="0"/>
              <a:t>X1: </a:t>
            </a:r>
            <a:r>
              <a:rPr lang="pt-BR" sz="1800" dirty="0" err="1"/>
              <a:t>quant</a:t>
            </a:r>
            <a:r>
              <a:rPr lang="pt-BR" sz="1800" dirty="0"/>
              <a:t> de leite/ x2 – carne/ x3- peixe /e x4 – salada.</a:t>
            </a:r>
          </a:p>
          <a:p>
            <a:pPr algn="just"/>
            <a:endParaRPr lang="pt-BR" sz="1800" i="0" u="none" strike="noStrike" baseline="0" dirty="0"/>
          </a:p>
          <a:p>
            <a:pPr algn="just"/>
            <a:r>
              <a:rPr lang="pt-BR" sz="1800" b="1" dirty="0"/>
              <a:t>2 – Definindo a função objetivo</a:t>
            </a:r>
          </a:p>
          <a:p>
            <a:pPr algn="just"/>
            <a:r>
              <a:rPr lang="pt-BR" sz="1800" i="0" u="none" strike="noStrike" baseline="0" dirty="0"/>
              <a:t> F.O. = min{6,7 x1+46x2+28x3+4.10 x4}</a:t>
            </a:r>
          </a:p>
          <a:p>
            <a:pPr algn="just"/>
            <a:endParaRPr lang="pt-BR" sz="1800" dirty="0"/>
          </a:p>
          <a:p>
            <a:pPr algn="just"/>
            <a:r>
              <a:rPr lang="pt-BR" sz="1800" b="1" i="0" u="none" strike="noStrike" baseline="0" dirty="0"/>
              <a:t>3 - Restrição:</a:t>
            </a:r>
          </a:p>
          <a:p>
            <a:pPr algn="just"/>
            <a:r>
              <a:rPr lang="pt-BR" sz="1800" dirty="0"/>
              <a:t>A -&gt; 2 x1 + 2x2+ 10x3+ 20x4 &gt;= 11</a:t>
            </a:r>
          </a:p>
          <a:p>
            <a:pPr algn="just"/>
            <a:r>
              <a:rPr lang="pt-BR" sz="1800" i="0" u="none" strike="noStrike" baseline="0" dirty="0"/>
              <a:t>B-&gt; 50 x1 + 20 x2+ 10x3+ 30 x4 &gt;= </a:t>
            </a:r>
            <a:r>
              <a:rPr lang="pt-BR" sz="1800" dirty="0"/>
              <a:t>70</a:t>
            </a:r>
          </a:p>
          <a:p>
            <a:pPr algn="just"/>
            <a:r>
              <a:rPr lang="pt-BR" sz="1800" dirty="0"/>
              <a:t>D-&gt; 80 x1+ 70 x2+10 x3+80 x4 &gt;=250</a:t>
            </a:r>
          </a:p>
          <a:p>
            <a:pPr algn="just"/>
            <a:endParaRPr lang="pt-BR" sz="1800" i="0" u="none" strike="noStrike" baseline="0" dirty="0"/>
          </a:p>
          <a:p>
            <a:pPr algn="just"/>
            <a:r>
              <a:rPr lang="pt-BR" sz="1800" b="1" dirty="0"/>
              <a:t>4 – restrição de não negatividade</a:t>
            </a:r>
          </a:p>
          <a:p>
            <a:pPr algn="just"/>
            <a:r>
              <a:rPr lang="pt-BR" sz="1800" dirty="0"/>
              <a:t>x1</a:t>
            </a:r>
            <a:r>
              <a:rPr lang="pt-BR" sz="1800" i="0" u="none" strike="noStrike" baseline="0" dirty="0"/>
              <a:t>&gt;=0, x2..=0, x3&gt;=0 e x4&gt;=0</a:t>
            </a:r>
          </a:p>
        </p:txBody>
      </p:sp>
      <p:pic>
        <p:nvPicPr>
          <p:cNvPr id="6" name="Imagem 5">
            <a:extLst>
              <a:ext uri="{FF2B5EF4-FFF2-40B4-BE49-F238E27FC236}">
                <a16:creationId xmlns:a16="http://schemas.microsoft.com/office/drawing/2014/main" id="{E8F2C288-85AF-6E5C-5116-E54497655280}"/>
              </a:ext>
            </a:extLst>
          </p:cNvPr>
          <p:cNvPicPr>
            <a:picLocks noChangeAspect="1"/>
          </p:cNvPicPr>
          <p:nvPr/>
        </p:nvPicPr>
        <p:blipFill>
          <a:blip r:embed="rId2"/>
          <a:stretch>
            <a:fillRect/>
          </a:stretch>
        </p:blipFill>
        <p:spPr>
          <a:xfrm>
            <a:off x="3551194" y="3644087"/>
            <a:ext cx="5307056" cy="1491943"/>
          </a:xfrm>
          <a:prstGeom prst="rect">
            <a:avLst/>
          </a:prstGeom>
        </p:spPr>
      </p:pic>
    </p:spTree>
    <p:extLst>
      <p:ext uri="{BB962C8B-B14F-4D97-AF65-F5344CB8AC3E}">
        <p14:creationId xmlns:p14="http://schemas.microsoft.com/office/powerpoint/2010/main" val="1904146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B83F1FE2-2057-9CE1-D311-DC8F76706155}"/>
              </a:ext>
            </a:extLst>
          </p:cNvPr>
          <p:cNvSpPr>
            <a:spLocks noGrp="1"/>
          </p:cNvSpPr>
          <p:nvPr>
            <p:ph type="subTitle"/>
          </p:nvPr>
        </p:nvSpPr>
        <p:spPr>
          <a:xfrm>
            <a:off x="217170" y="2959650"/>
            <a:ext cx="8229240" cy="1144800"/>
          </a:xfrm>
        </p:spPr>
        <p:txBody>
          <a:bodyPr/>
          <a:lstStyle/>
          <a:p>
            <a:r>
              <a:rPr lang="pt-BR" sz="3600" dirty="0">
                <a:solidFill>
                  <a:schemeClr val="accent1"/>
                </a:solidFill>
              </a:rPr>
              <a:t>Revisão de </a:t>
            </a:r>
            <a:r>
              <a:rPr lang="pt-BR" sz="3600" dirty="0" err="1">
                <a:solidFill>
                  <a:schemeClr val="accent1"/>
                </a:solidFill>
              </a:rPr>
              <a:t>metaheurísticas</a:t>
            </a:r>
            <a:endParaRPr lang="pt-BR" sz="3600" dirty="0">
              <a:solidFill>
                <a:schemeClr val="accent1"/>
              </a:solidFill>
            </a:endParaRPr>
          </a:p>
        </p:txBody>
      </p:sp>
    </p:spTree>
    <p:extLst>
      <p:ext uri="{BB962C8B-B14F-4D97-AF65-F5344CB8AC3E}">
        <p14:creationId xmlns:p14="http://schemas.microsoft.com/office/powerpoint/2010/main" val="4196725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090D12-5F08-5479-3707-9DDF3610203C}"/>
              </a:ext>
            </a:extLst>
          </p:cNvPr>
          <p:cNvSpPr>
            <a:spLocks noGrp="1"/>
          </p:cNvSpPr>
          <p:nvPr>
            <p:ph type="title"/>
          </p:nvPr>
        </p:nvSpPr>
        <p:spPr>
          <a:xfrm>
            <a:off x="80010" y="513630"/>
            <a:ext cx="8229240" cy="1144800"/>
          </a:xfrm>
        </p:spPr>
        <p:txBody>
          <a:bodyPr/>
          <a:lstStyle/>
          <a:p>
            <a:r>
              <a:rPr lang="pt-BR" sz="4000" dirty="0">
                <a:solidFill>
                  <a:schemeClr val="accent1"/>
                </a:solidFill>
              </a:rPr>
              <a:t>O que são os algoritmos evolutivos?</a:t>
            </a:r>
          </a:p>
        </p:txBody>
      </p:sp>
      <p:sp>
        <p:nvSpPr>
          <p:cNvPr id="3" name="Subtítulo 2">
            <a:extLst>
              <a:ext uri="{FF2B5EF4-FFF2-40B4-BE49-F238E27FC236}">
                <a16:creationId xmlns:a16="http://schemas.microsoft.com/office/drawing/2014/main" id="{28EFC754-10FD-63F7-6CB9-8050BFC03E29}"/>
              </a:ext>
            </a:extLst>
          </p:cNvPr>
          <p:cNvSpPr>
            <a:spLocks noGrp="1"/>
          </p:cNvSpPr>
          <p:nvPr>
            <p:ph type="subTitle"/>
          </p:nvPr>
        </p:nvSpPr>
        <p:spPr>
          <a:xfrm>
            <a:off x="223065" y="1658430"/>
            <a:ext cx="8697870" cy="1829520"/>
          </a:xfrm>
        </p:spPr>
        <p:txBody>
          <a:bodyPr anchor="t"/>
          <a:lstStyle/>
          <a:p>
            <a:pPr marL="285750" indent="-285750" algn="just">
              <a:buFont typeface="Arial" panose="020B0604020202020204" pitchFamily="34" charset="0"/>
              <a:buChar char="•"/>
            </a:pPr>
            <a:r>
              <a:rPr lang="pt-BR" sz="1800" dirty="0"/>
              <a:t>Algoritmos evolutivos </a:t>
            </a:r>
            <a:r>
              <a:rPr lang="pt-BR" sz="1800" dirty="0">
                <a:solidFill>
                  <a:schemeClr val="tx1"/>
                </a:solidFill>
              </a:rPr>
              <a:t>compreendem uma classe de técnicas de otimização que imitam princípios da evolução biológica. </a:t>
            </a:r>
          </a:p>
          <a:p>
            <a:pPr marL="285750" indent="-285750" algn="just">
              <a:buFont typeface="Arial" panose="020B0604020202020204" pitchFamily="34" charset="0"/>
              <a:buChar char="•"/>
            </a:pPr>
            <a:endParaRPr lang="pt-BR" sz="1800" dirty="0">
              <a:solidFill>
                <a:schemeClr val="tx1"/>
              </a:solidFill>
            </a:endParaRPr>
          </a:p>
          <a:p>
            <a:pPr marL="285750" indent="-285750" algn="just">
              <a:buFont typeface="Arial" panose="020B0604020202020204" pitchFamily="34" charset="0"/>
              <a:buChar char="•"/>
            </a:pPr>
            <a:r>
              <a:rPr lang="pt-BR" sz="1800" dirty="0">
                <a:solidFill>
                  <a:schemeClr val="tx1"/>
                </a:solidFill>
              </a:rPr>
              <a:t>Eles pertencem à família das </a:t>
            </a:r>
            <a:r>
              <a:rPr lang="pt-BR" sz="1800" dirty="0" err="1"/>
              <a:t>metaheurísticas</a:t>
            </a:r>
            <a:r>
              <a:rPr lang="pt-BR" sz="1800" dirty="0">
                <a:solidFill>
                  <a:schemeClr val="tx1"/>
                </a:solidFill>
              </a:rPr>
              <a:t>, que também inclui, por exemplo, o enxame de partículas e a otimização por colônia de formigas, que são inspirados por outras estruturas e processos biológicos, bem como métodos clássicos como o recozimento simulado, que é inspirado por um processo termodinâmico. </a:t>
            </a:r>
          </a:p>
          <a:p>
            <a:pPr marL="285750" indent="-285750" algn="just">
              <a:buFont typeface="Arial" panose="020B0604020202020204" pitchFamily="34" charset="0"/>
              <a:buChar char="•"/>
            </a:pPr>
            <a:endParaRPr lang="pt-BR" sz="1800" dirty="0">
              <a:solidFill>
                <a:schemeClr val="tx1"/>
              </a:solidFill>
            </a:endParaRPr>
          </a:p>
          <a:p>
            <a:pPr marL="285750" indent="-285750" algn="just">
              <a:buFont typeface="Arial" panose="020B0604020202020204" pitchFamily="34" charset="0"/>
              <a:buChar char="•"/>
            </a:pPr>
            <a:r>
              <a:rPr lang="pt-BR" sz="1800" dirty="0">
                <a:solidFill>
                  <a:schemeClr val="tx1"/>
                </a:solidFill>
              </a:rPr>
              <a:t>O princípio central dos algoritmos evolutivos é aplicar </a:t>
            </a:r>
            <a:r>
              <a:rPr lang="pt-BR" sz="1800" dirty="0"/>
              <a:t>princípios evolutivos </a:t>
            </a:r>
            <a:r>
              <a:rPr lang="pt-BR" sz="1800" dirty="0">
                <a:solidFill>
                  <a:schemeClr val="tx1"/>
                </a:solidFill>
              </a:rPr>
              <a:t>como mutação e seleção a populações de soluções candidatas para encontrar uma </a:t>
            </a:r>
            <a:r>
              <a:rPr lang="pt-BR" sz="1800" dirty="0"/>
              <a:t>solução</a:t>
            </a:r>
            <a:r>
              <a:rPr lang="pt-BR" sz="1800" dirty="0">
                <a:solidFill>
                  <a:schemeClr val="tx1"/>
                </a:solidFill>
              </a:rPr>
              <a:t> (suficientemente boa) para um dado problema de otimização.</a:t>
            </a:r>
          </a:p>
        </p:txBody>
      </p:sp>
      <p:pic>
        <p:nvPicPr>
          <p:cNvPr id="1026" name="Picture 2" descr="16 – Estrutura básica dos algoritmos evolutivos. | Download Scientific  Diagram">
            <a:extLst>
              <a:ext uri="{FF2B5EF4-FFF2-40B4-BE49-F238E27FC236}">
                <a16:creationId xmlns:a16="http://schemas.microsoft.com/office/drawing/2014/main" id="{596EF990-9524-A58B-9622-BC082E4148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4643" y="4541310"/>
            <a:ext cx="2394713" cy="2133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22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0BD30-AE9F-660C-DB82-63EAC48A14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2A263E-D057-64BE-0DDF-14ABCB20BA62}"/>
              </a:ext>
            </a:extLst>
          </p:cNvPr>
          <p:cNvSpPr>
            <a:spLocks noGrp="1"/>
          </p:cNvSpPr>
          <p:nvPr>
            <p:ph type="title"/>
          </p:nvPr>
        </p:nvSpPr>
        <p:spPr/>
        <p:txBody>
          <a:bodyPr/>
          <a:lstStyle/>
          <a:p>
            <a:r>
              <a:rPr lang="pt-BR" sz="3600" dirty="0">
                <a:solidFill>
                  <a:schemeClr val="tx2">
                    <a:lumMod val="40000"/>
                    <a:lumOff val="60000"/>
                  </a:schemeClr>
                </a:solidFill>
              </a:rPr>
              <a:t>O que são </a:t>
            </a:r>
            <a:r>
              <a:rPr lang="pt-BR" sz="3600" dirty="0" err="1">
                <a:solidFill>
                  <a:schemeClr val="tx2">
                    <a:lumMod val="40000"/>
                    <a:lumOff val="60000"/>
                  </a:schemeClr>
                </a:solidFill>
              </a:rPr>
              <a:t>metaheurísticas</a:t>
            </a:r>
            <a:r>
              <a:rPr lang="pt-BR" sz="3600" dirty="0">
                <a:solidFill>
                  <a:schemeClr val="tx2">
                    <a:lumMod val="40000"/>
                    <a:lumOff val="60000"/>
                  </a:schemeClr>
                </a:solidFill>
              </a:rPr>
              <a:t>?</a:t>
            </a:r>
          </a:p>
        </p:txBody>
      </p:sp>
      <p:sp>
        <p:nvSpPr>
          <p:cNvPr id="3" name="Subtítulo 2">
            <a:extLst>
              <a:ext uri="{FF2B5EF4-FFF2-40B4-BE49-F238E27FC236}">
                <a16:creationId xmlns:a16="http://schemas.microsoft.com/office/drawing/2014/main" id="{CCFAE62B-1E50-D31E-276B-9EF639E147DE}"/>
              </a:ext>
            </a:extLst>
          </p:cNvPr>
          <p:cNvSpPr>
            <a:spLocks noGrp="1"/>
          </p:cNvSpPr>
          <p:nvPr>
            <p:ph/>
          </p:nvPr>
        </p:nvSpPr>
        <p:spPr>
          <a:xfrm>
            <a:off x="109622" y="1604520"/>
            <a:ext cx="3499852" cy="4979880"/>
          </a:xfrm>
        </p:spPr>
        <p:txBody>
          <a:bodyPr anchor="t">
            <a:normAutofit/>
          </a:bodyPr>
          <a:lstStyle/>
          <a:p>
            <a:pPr marL="285750" indent="-285750"/>
            <a:r>
              <a:rPr lang="pt-BR" sz="1800" dirty="0" err="1"/>
              <a:t>Metaheurísticas</a:t>
            </a:r>
            <a:r>
              <a:rPr lang="pt-BR" sz="1800" dirty="0"/>
              <a:t> são técnicas computacionais bastante gerais que são tipicamente usadas </a:t>
            </a:r>
            <a:r>
              <a:rPr lang="pt-BR" sz="1800" dirty="0">
                <a:solidFill>
                  <a:schemeClr val="accent1"/>
                </a:solidFill>
              </a:rPr>
              <a:t>para resolver problemas de otimização numérica </a:t>
            </a:r>
            <a:r>
              <a:rPr lang="pt-BR" sz="1800" dirty="0"/>
              <a:t>e combinatória de forma aproximada em várias iterações;</a:t>
            </a:r>
          </a:p>
          <a:p>
            <a:pPr marL="285750" indent="-285750"/>
            <a:endParaRPr lang="pt-BR" sz="1800" dirty="0"/>
          </a:p>
          <a:p>
            <a:pPr marL="285750" indent="-285750"/>
            <a:r>
              <a:rPr lang="pt-BR" sz="1800" dirty="0" err="1"/>
              <a:t>Metaheurísticas</a:t>
            </a:r>
            <a:r>
              <a:rPr lang="pt-BR" sz="1800" dirty="0"/>
              <a:t> são geralmente definidas como uma </a:t>
            </a:r>
            <a:r>
              <a:rPr lang="pt-BR" sz="1800" dirty="0">
                <a:solidFill>
                  <a:schemeClr val="accent1"/>
                </a:solidFill>
              </a:rPr>
              <a:t>sequência abstrata de operaçõe</a:t>
            </a:r>
            <a:r>
              <a:rPr lang="pt-BR" sz="1800" dirty="0"/>
              <a:t>s em determinados objetos e são aplicáveis a problemas essencialmente arbitrários.</a:t>
            </a:r>
          </a:p>
          <a:p>
            <a:pPr marL="285750" indent="-285750" algn="just">
              <a:buFont typeface="Arial" panose="020B0604020202020204" pitchFamily="34" charset="0"/>
              <a:buChar char="•"/>
            </a:pPr>
            <a:endParaRPr lang="pt-BR" sz="1200" dirty="0"/>
          </a:p>
        </p:txBody>
      </p:sp>
      <p:pic>
        <p:nvPicPr>
          <p:cNvPr id="2050" name="Picture 2" descr="List of metaphor-based metaheuristics - Wikipedia">
            <a:extLst>
              <a:ext uri="{FF2B5EF4-FFF2-40B4-BE49-F238E27FC236}">
                <a16:creationId xmlns:a16="http://schemas.microsoft.com/office/drawing/2014/main" id="{75520AE9-47B6-B8F6-F0FC-BDAAA7D71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0579" y="1784994"/>
            <a:ext cx="4775200" cy="4389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4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61E8D-8E96-F91D-1113-2592417F3B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C77045-C138-9AB7-529D-3141BD9FE3E7}"/>
              </a:ext>
            </a:extLst>
          </p:cNvPr>
          <p:cNvSpPr>
            <a:spLocks noGrp="1"/>
          </p:cNvSpPr>
          <p:nvPr>
            <p:ph type="title"/>
          </p:nvPr>
        </p:nvSpPr>
        <p:spPr/>
        <p:txBody>
          <a:bodyPr/>
          <a:lstStyle/>
          <a:p>
            <a:r>
              <a:rPr lang="pt-BR" sz="3600" dirty="0">
                <a:solidFill>
                  <a:schemeClr val="tx2">
                    <a:lumMod val="40000"/>
                    <a:lumOff val="60000"/>
                  </a:schemeClr>
                </a:solidFill>
              </a:rPr>
              <a:t>O que são </a:t>
            </a:r>
            <a:r>
              <a:rPr lang="pt-BR" sz="3600" dirty="0" err="1">
                <a:solidFill>
                  <a:schemeClr val="tx2">
                    <a:lumMod val="40000"/>
                    <a:lumOff val="60000"/>
                  </a:schemeClr>
                </a:solidFill>
              </a:rPr>
              <a:t>metaheurísticas</a:t>
            </a:r>
            <a:r>
              <a:rPr lang="pt-BR" sz="3600" dirty="0">
                <a:solidFill>
                  <a:schemeClr val="tx2">
                    <a:lumMod val="40000"/>
                    <a:lumOff val="60000"/>
                  </a:schemeClr>
                </a:solidFill>
              </a:rPr>
              <a:t>?</a:t>
            </a:r>
          </a:p>
        </p:txBody>
      </p:sp>
      <p:sp>
        <p:nvSpPr>
          <p:cNvPr id="3" name="Subtítulo 2">
            <a:extLst>
              <a:ext uri="{FF2B5EF4-FFF2-40B4-BE49-F238E27FC236}">
                <a16:creationId xmlns:a16="http://schemas.microsoft.com/office/drawing/2014/main" id="{776282A7-F9A0-A66E-8BB6-33E1B0B3D730}"/>
              </a:ext>
            </a:extLst>
          </p:cNvPr>
          <p:cNvSpPr>
            <a:spLocks noGrp="1"/>
          </p:cNvSpPr>
          <p:nvPr>
            <p:ph/>
          </p:nvPr>
        </p:nvSpPr>
        <p:spPr>
          <a:xfrm>
            <a:off x="109622" y="1604520"/>
            <a:ext cx="4089400" cy="4979880"/>
          </a:xfrm>
        </p:spPr>
        <p:txBody>
          <a:bodyPr anchor="t">
            <a:normAutofit/>
          </a:bodyPr>
          <a:lstStyle/>
          <a:p>
            <a:pPr marL="285750" indent="-285750"/>
            <a:endParaRPr lang="pt-BR" sz="1800" dirty="0"/>
          </a:p>
          <a:p>
            <a:pPr marL="285750" indent="-285750" algn="just">
              <a:buFont typeface="Arial" panose="020B0604020202020204" pitchFamily="34" charset="0"/>
              <a:buChar char="•"/>
            </a:pPr>
            <a:r>
              <a:rPr lang="pt-BR" sz="1800" dirty="0"/>
              <a:t>No entanto, os objetos operados e as etapas a serem realizadas devem ser adaptados ao problema específico em questão. Assim, a tarefa principal geralmente é encontrar um </a:t>
            </a:r>
            <a:r>
              <a:rPr lang="pt-BR" sz="1800" dirty="0">
                <a:solidFill>
                  <a:schemeClr val="accent1"/>
                </a:solidFill>
              </a:rPr>
              <a:t>mapeamento adequado de um problema </a:t>
            </a:r>
            <a:r>
              <a:rPr lang="pt-BR" sz="1800" dirty="0"/>
              <a:t>dado para as estruturas abstratas e operações que constituem a </a:t>
            </a:r>
            <a:r>
              <a:rPr lang="pt-BR" sz="1800" dirty="0" err="1"/>
              <a:t>metaheurística</a:t>
            </a:r>
            <a:r>
              <a:rPr lang="pt-BR" sz="1800" dirty="0"/>
              <a:t>.</a:t>
            </a:r>
          </a:p>
          <a:p>
            <a:pPr marL="285750" indent="-285750" algn="just">
              <a:buFont typeface="Arial" panose="020B0604020202020204" pitchFamily="34" charset="0"/>
              <a:buChar char="•"/>
            </a:pPr>
            <a:endParaRPr lang="pt-BR" sz="1200" dirty="0"/>
          </a:p>
        </p:txBody>
      </p:sp>
      <p:pic>
        <p:nvPicPr>
          <p:cNvPr id="2050" name="Picture 2" descr="List of metaphor-based metaheuristics - Wikipedia">
            <a:extLst>
              <a:ext uri="{FF2B5EF4-FFF2-40B4-BE49-F238E27FC236}">
                <a16:creationId xmlns:a16="http://schemas.microsoft.com/office/drawing/2014/main" id="{8ABBF6B3-B1CD-4472-67A6-42A74D28D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432" y="1809057"/>
            <a:ext cx="4775200" cy="4389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540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A2F22-FC76-ECEC-4CD5-22375A46A2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07BDEF-8BF5-2B3C-FEFF-48A62ED42D87}"/>
              </a:ext>
            </a:extLst>
          </p:cNvPr>
          <p:cNvSpPr>
            <a:spLocks noGrp="1"/>
          </p:cNvSpPr>
          <p:nvPr>
            <p:ph type="title"/>
          </p:nvPr>
        </p:nvSpPr>
        <p:spPr/>
        <p:txBody>
          <a:bodyPr/>
          <a:lstStyle/>
          <a:p>
            <a:r>
              <a:rPr lang="pt-BR" sz="3600" dirty="0">
                <a:solidFill>
                  <a:schemeClr val="tx2">
                    <a:lumMod val="40000"/>
                    <a:lumOff val="60000"/>
                  </a:schemeClr>
                </a:solidFill>
              </a:rPr>
              <a:t>O que são </a:t>
            </a:r>
            <a:r>
              <a:rPr lang="pt-BR" sz="3600" dirty="0" err="1">
                <a:solidFill>
                  <a:schemeClr val="tx2">
                    <a:lumMod val="40000"/>
                    <a:lumOff val="60000"/>
                  </a:schemeClr>
                </a:solidFill>
              </a:rPr>
              <a:t>metaheurísticas</a:t>
            </a:r>
            <a:r>
              <a:rPr lang="pt-BR" sz="3600" dirty="0">
                <a:solidFill>
                  <a:schemeClr val="tx2">
                    <a:lumMod val="40000"/>
                    <a:lumOff val="60000"/>
                  </a:schemeClr>
                </a:solidFill>
              </a:rPr>
              <a:t>?</a:t>
            </a:r>
          </a:p>
        </p:txBody>
      </p:sp>
      <p:sp>
        <p:nvSpPr>
          <p:cNvPr id="3" name="Espaço Reservado para Conteúdo 2">
            <a:extLst>
              <a:ext uri="{FF2B5EF4-FFF2-40B4-BE49-F238E27FC236}">
                <a16:creationId xmlns:a16="http://schemas.microsoft.com/office/drawing/2014/main" id="{D797F399-B270-3C35-8FBD-FE9F532819E4}"/>
              </a:ext>
            </a:extLst>
          </p:cNvPr>
          <p:cNvSpPr>
            <a:spLocks noGrp="1"/>
          </p:cNvSpPr>
          <p:nvPr>
            <p:ph/>
          </p:nvPr>
        </p:nvSpPr>
        <p:spPr>
          <a:xfrm>
            <a:off x="132347" y="1291699"/>
            <a:ext cx="8229240" cy="3977280"/>
          </a:xfrm>
        </p:spPr>
        <p:txBody>
          <a:bodyPr>
            <a:normAutofit/>
          </a:bodyPr>
          <a:lstStyle/>
          <a:p>
            <a:r>
              <a:rPr lang="pt-BR" sz="1800" b="0" i="0" dirty="0" err="1">
                <a:solidFill>
                  <a:srgbClr val="0D0D0D"/>
                </a:solidFill>
                <a:effectLst/>
              </a:rPr>
              <a:t>Metaheurísticas</a:t>
            </a:r>
            <a:r>
              <a:rPr lang="pt-BR" sz="1800" b="0" i="0" dirty="0">
                <a:solidFill>
                  <a:srgbClr val="0D0D0D"/>
                </a:solidFill>
                <a:effectLst/>
              </a:rPr>
              <a:t> são geralmente aplicadas a </a:t>
            </a:r>
            <a:r>
              <a:rPr lang="pt-BR" sz="1800" b="0" i="0" dirty="0">
                <a:solidFill>
                  <a:schemeClr val="accent1"/>
                </a:solidFill>
                <a:effectLst/>
              </a:rPr>
              <a:t>problemas para os quais não se conhece um algoritmo de solução eficiente</a:t>
            </a:r>
            <a:r>
              <a:rPr lang="pt-BR" sz="1800" b="0" i="0" dirty="0">
                <a:solidFill>
                  <a:srgbClr val="0D0D0D"/>
                </a:solidFill>
                <a:effectLst/>
              </a:rPr>
              <a:t>, ou seja, problemas para os quais todos os algoritmos conhecidos têm uma complexidade de tempo (assintótica) que é exponencial no tamanho do problema.</a:t>
            </a:r>
          </a:p>
          <a:p>
            <a:r>
              <a:rPr lang="pt-BR" sz="1800" b="0" i="0" dirty="0">
                <a:solidFill>
                  <a:srgbClr val="0D0D0D"/>
                </a:solidFill>
                <a:effectLst/>
              </a:rPr>
              <a:t>Na prática, tais problemas </a:t>
            </a:r>
            <a:r>
              <a:rPr lang="pt-BR" sz="1800" b="0" i="0" dirty="0">
                <a:solidFill>
                  <a:schemeClr val="accent1"/>
                </a:solidFill>
                <a:effectLst/>
              </a:rPr>
              <a:t>raramente podem ser resolvidos exatamente</a:t>
            </a:r>
            <a:r>
              <a:rPr lang="pt-BR" sz="1800" b="0" i="0" dirty="0">
                <a:solidFill>
                  <a:srgbClr val="0D0D0D"/>
                </a:solidFill>
                <a:effectLst/>
              </a:rPr>
              <a:t>, devido às demandas proibitivamente altas de tempo de computação e/ou potência computacional. Como consequência, soluções aproximadas têm que ser aceitas, e é isso que as </a:t>
            </a:r>
            <a:r>
              <a:rPr lang="pt-BR" sz="1800" b="0" i="0" dirty="0" err="1">
                <a:solidFill>
                  <a:srgbClr val="0D0D0D"/>
                </a:solidFill>
                <a:effectLst/>
              </a:rPr>
              <a:t>metaheurísticas</a:t>
            </a:r>
            <a:r>
              <a:rPr lang="pt-BR" sz="1800" b="0" i="0" dirty="0">
                <a:solidFill>
                  <a:srgbClr val="0D0D0D"/>
                </a:solidFill>
                <a:effectLst/>
              </a:rPr>
              <a:t> podem fornecer.</a:t>
            </a:r>
          </a:p>
          <a:p>
            <a:r>
              <a:rPr lang="pt-BR" sz="1800" b="0" i="0" dirty="0">
                <a:solidFill>
                  <a:srgbClr val="0D0D0D"/>
                </a:solidFill>
                <a:effectLst/>
              </a:rPr>
              <a:t> Embora não haja </a:t>
            </a:r>
            <a:r>
              <a:rPr lang="pt-BR" sz="1800" b="0" i="0" dirty="0">
                <a:solidFill>
                  <a:schemeClr val="accent1"/>
                </a:solidFill>
                <a:effectLst/>
              </a:rPr>
              <a:t>garantia</a:t>
            </a:r>
            <a:r>
              <a:rPr lang="pt-BR" sz="1800" b="0" i="0" dirty="0">
                <a:solidFill>
                  <a:srgbClr val="0D0D0D"/>
                </a:solidFill>
                <a:effectLst/>
              </a:rPr>
              <a:t> de que encontrarão a solução ótima ou mesmo uma solução de qualidade mínima dada (embora isso também não seja impossível), geralmente oferecem boas chances de encontrar uma solução.</a:t>
            </a:r>
            <a:endParaRPr lang="pt-BR" sz="1800" dirty="0"/>
          </a:p>
        </p:txBody>
      </p:sp>
      <p:pic>
        <p:nvPicPr>
          <p:cNvPr id="3074" name="Picture 2" descr="An aphid inspired metaheuristic optimization algorithm and its application  to engineering | Scientific Reports">
            <a:extLst>
              <a:ext uri="{FF2B5EF4-FFF2-40B4-BE49-F238E27FC236}">
                <a16:creationId xmlns:a16="http://schemas.microsoft.com/office/drawing/2014/main" id="{D283C950-C901-C099-25DF-61360F1F94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0516" y="4582091"/>
            <a:ext cx="6247950" cy="1815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28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E95BA-0219-5CE1-989B-83060AED09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B65439-A64A-27D6-0041-243339FD71BD}"/>
              </a:ext>
            </a:extLst>
          </p:cNvPr>
          <p:cNvSpPr>
            <a:spLocks noGrp="1"/>
          </p:cNvSpPr>
          <p:nvPr>
            <p:ph type="title"/>
          </p:nvPr>
        </p:nvSpPr>
        <p:spPr/>
        <p:txBody>
          <a:bodyPr/>
          <a:lstStyle/>
          <a:p>
            <a:r>
              <a:rPr lang="pt-BR" sz="3600" dirty="0">
                <a:solidFill>
                  <a:schemeClr val="tx2">
                    <a:lumMod val="40000"/>
                    <a:lumOff val="60000"/>
                  </a:schemeClr>
                </a:solidFill>
              </a:rPr>
              <a:t>O que são </a:t>
            </a:r>
            <a:r>
              <a:rPr lang="pt-BR" sz="3600" dirty="0" err="1">
                <a:solidFill>
                  <a:schemeClr val="tx2">
                    <a:lumMod val="40000"/>
                    <a:lumOff val="60000"/>
                  </a:schemeClr>
                </a:solidFill>
              </a:rPr>
              <a:t>metaheurísticas</a:t>
            </a:r>
            <a:r>
              <a:rPr lang="pt-BR" sz="3600" dirty="0">
                <a:solidFill>
                  <a:schemeClr val="tx2">
                    <a:lumMod val="40000"/>
                    <a:lumOff val="60000"/>
                  </a:schemeClr>
                </a:solidFill>
              </a:rPr>
              <a:t>?</a:t>
            </a:r>
          </a:p>
        </p:txBody>
      </p:sp>
      <p:sp>
        <p:nvSpPr>
          <p:cNvPr id="3" name="Espaço Reservado para Conteúdo 2">
            <a:extLst>
              <a:ext uri="{FF2B5EF4-FFF2-40B4-BE49-F238E27FC236}">
                <a16:creationId xmlns:a16="http://schemas.microsoft.com/office/drawing/2014/main" id="{268BAF6E-EDED-12F7-5C45-0EFA8459491F}"/>
              </a:ext>
            </a:extLst>
          </p:cNvPr>
          <p:cNvSpPr>
            <a:spLocks noGrp="1"/>
          </p:cNvSpPr>
          <p:nvPr>
            <p:ph/>
          </p:nvPr>
        </p:nvSpPr>
        <p:spPr>
          <a:xfrm>
            <a:off x="168442" y="1440360"/>
            <a:ext cx="8229240" cy="3977280"/>
          </a:xfrm>
        </p:spPr>
        <p:txBody>
          <a:bodyPr>
            <a:normAutofit/>
          </a:bodyPr>
          <a:lstStyle/>
          <a:p>
            <a:r>
              <a:rPr lang="pt-BR" sz="1800" b="0" i="0" dirty="0">
                <a:solidFill>
                  <a:srgbClr val="0D0D0D"/>
                </a:solidFill>
                <a:effectLst/>
              </a:rPr>
              <a:t>O </a:t>
            </a:r>
            <a:r>
              <a:rPr lang="pt-BR" sz="1800" b="0" i="0" dirty="0">
                <a:solidFill>
                  <a:schemeClr val="accent1"/>
                </a:solidFill>
                <a:effectLst/>
              </a:rPr>
              <a:t>sucesso e o tempo de execução </a:t>
            </a:r>
            <a:r>
              <a:rPr lang="pt-BR" sz="1800" b="0" i="0" dirty="0">
                <a:solidFill>
                  <a:srgbClr val="0D0D0D"/>
                </a:solidFill>
                <a:effectLst/>
              </a:rPr>
              <a:t>das </a:t>
            </a:r>
            <a:r>
              <a:rPr lang="pt-BR" sz="1800" b="0" i="0" dirty="0" err="1">
                <a:solidFill>
                  <a:srgbClr val="0D0D0D"/>
                </a:solidFill>
                <a:effectLst/>
              </a:rPr>
              <a:t>metaheurísticas</a:t>
            </a:r>
            <a:r>
              <a:rPr lang="pt-BR" sz="1800" b="0" i="0" dirty="0">
                <a:solidFill>
                  <a:srgbClr val="0D0D0D"/>
                </a:solidFill>
                <a:effectLst/>
              </a:rPr>
              <a:t> dependem criticamente de um mapeamento adequado do problema para as etapas da </a:t>
            </a:r>
            <a:r>
              <a:rPr lang="pt-BR" sz="1800" b="0" i="0" dirty="0" err="1">
                <a:solidFill>
                  <a:srgbClr val="0D0D0D"/>
                </a:solidFill>
                <a:effectLst/>
              </a:rPr>
              <a:t>metaheurística</a:t>
            </a:r>
            <a:r>
              <a:rPr lang="pt-BR" sz="1800" b="0" i="0" dirty="0">
                <a:solidFill>
                  <a:srgbClr val="0D0D0D"/>
                </a:solidFill>
                <a:effectLst/>
              </a:rPr>
              <a:t> e da implementação eficiente de cada etapa individual. Muitas </a:t>
            </a:r>
            <a:r>
              <a:rPr lang="pt-BR" sz="1800" b="0" i="0" dirty="0" err="1">
                <a:solidFill>
                  <a:srgbClr val="0D0D0D"/>
                </a:solidFill>
                <a:effectLst/>
              </a:rPr>
              <a:t>metaheurísticas</a:t>
            </a:r>
            <a:r>
              <a:rPr lang="pt-BR" sz="1800" b="0" i="0" dirty="0">
                <a:solidFill>
                  <a:srgbClr val="0D0D0D"/>
                </a:solidFill>
                <a:effectLst/>
              </a:rPr>
              <a:t> funcionam melhorando iterativamente um conjunto de chamadas soluções candidatas.</a:t>
            </a:r>
          </a:p>
          <a:p>
            <a:r>
              <a:rPr lang="pt-BR" sz="1800" b="0" i="0" dirty="0">
                <a:solidFill>
                  <a:srgbClr val="0D0D0D"/>
                </a:solidFill>
                <a:effectLst/>
              </a:rPr>
              <a:t>Elas diferem nos métodos que empregam para variar as soluções a fim de possivelmente melhorá-las, nos princípios pelos quais soluções parciais são combinadas de soluções encontradas são explorados para encontrar novas soluções, bem como nos princípios pelos quais um novo conjunto de soluções candidatas é selecionado.</a:t>
            </a:r>
          </a:p>
          <a:p>
            <a:r>
              <a:rPr lang="pt-BR" sz="1800" b="0" i="0" dirty="0">
                <a:solidFill>
                  <a:srgbClr val="0D0D0D"/>
                </a:solidFill>
                <a:effectLst/>
              </a:rPr>
              <a:t>No entanto, elas compartilham o fato de que geralmente realizam uma </a:t>
            </a:r>
            <a:r>
              <a:rPr lang="pt-BR" sz="1800" b="0" i="0" dirty="0">
                <a:solidFill>
                  <a:schemeClr val="accent1"/>
                </a:solidFill>
                <a:effectLst/>
              </a:rPr>
              <a:t>busca aleatória guiada no espaço de candidatos a solução</a:t>
            </a:r>
            <a:r>
              <a:rPr lang="pt-BR" sz="1800" b="0" i="0" dirty="0">
                <a:solidFill>
                  <a:srgbClr val="0D0D0D"/>
                </a:solidFill>
                <a:effectLst/>
              </a:rPr>
              <a:t>. </a:t>
            </a:r>
            <a:endParaRPr lang="pt-BR" sz="1800" dirty="0">
              <a:ea typeface="Calibri" panose="020F0502020204030204" pitchFamily="34" charset="0"/>
              <a:cs typeface="Calibri" panose="020F0502020204030204" pitchFamily="34" charset="0"/>
            </a:endParaRPr>
          </a:p>
        </p:txBody>
      </p:sp>
      <p:pic>
        <p:nvPicPr>
          <p:cNvPr id="4098" name="Picture 2" descr="Mathematics | Free Full-Text | A Self-Parametrization Framework for  Meta-Heuristics">
            <a:extLst>
              <a:ext uri="{FF2B5EF4-FFF2-40B4-BE49-F238E27FC236}">
                <a16:creationId xmlns:a16="http://schemas.microsoft.com/office/drawing/2014/main" id="{12051A00-214F-1902-AE3A-D2766CBA6B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7053" y="4883599"/>
            <a:ext cx="3089893" cy="1768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70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5B585-8EEB-808C-BB98-996288305F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ED52CD-4334-6B5D-9468-C2FDE5315452}"/>
              </a:ext>
            </a:extLst>
          </p:cNvPr>
          <p:cNvSpPr>
            <a:spLocks noGrp="1"/>
          </p:cNvSpPr>
          <p:nvPr>
            <p:ph type="title"/>
          </p:nvPr>
        </p:nvSpPr>
        <p:spPr/>
        <p:txBody>
          <a:bodyPr/>
          <a:lstStyle/>
          <a:p>
            <a:r>
              <a:rPr lang="pt-BR" sz="3600" dirty="0">
                <a:solidFill>
                  <a:schemeClr val="tx2">
                    <a:lumMod val="40000"/>
                    <a:lumOff val="60000"/>
                  </a:schemeClr>
                </a:solidFill>
              </a:rPr>
              <a:t>O que são </a:t>
            </a:r>
            <a:r>
              <a:rPr lang="pt-BR" sz="3600" dirty="0" err="1">
                <a:solidFill>
                  <a:schemeClr val="tx2">
                    <a:lumMod val="40000"/>
                    <a:lumOff val="60000"/>
                  </a:schemeClr>
                </a:solidFill>
              </a:rPr>
              <a:t>metaheurísticas</a:t>
            </a:r>
            <a:r>
              <a:rPr lang="pt-BR" sz="3600" dirty="0">
                <a:solidFill>
                  <a:schemeClr val="tx2">
                    <a:lumMod val="40000"/>
                    <a:lumOff val="60000"/>
                  </a:schemeClr>
                </a:solidFill>
              </a:rPr>
              <a:t>?</a:t>
            </a:r>
          </a:p>
        </p:txBody>
      </p:sp>
      <p:pic>
        <p:nvPicPr>
          <p:cNvPr id="5122" name="Picture 2" descr="Applied Sciences | Free Full-Text | Combinatorial Optimization Problems and  Metaheuristics: Review, Challenges, Design, and Development">
            <a:extLst>
              <a:ext uri="{FF2B5EF4-FFF2-40B4-BE49-F238E27FC236}">
                <a16:creationId xmlns:a16="http://schemas.microsoft.com/office/drawing/2014/main" id="{5D965C0E-862F-33FA-6430-70C927681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1504" y="4076494"/>
            <a:ext cx="4740716" cy="2682291"/>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a:extLst>
              <a:ext uri="{FF2B5EF4-FFF2-40B4-BE49-F238E27FC236}">
                <a16:creationId xmlns:a16="http://schemas.microsoft.com/office/drawing/2014/main" id="{B0B9EA38-2968-D85D-2691-10891BC6579F}"/>
              </a:ext>
            </a:extLst>
          </p:cNvPr>
          <p:cNvSpPr>
            <a:spLocks noGrp="1"/>
          </p:cNvSpPr>
          <p:nvPr>
            <p:ph/>
          </p:nvPr>
        </p:nvSpPr>
        <p:spPr>
          <a:xfrm>
            <a:off x="584200" y="1803400"/>
            <a:ext cx="8229240" cy="1647000"/>
          </a:xfrm>
        </p:spPr>
        <p:txBody>
          <a:bodyPr>
            <a:normAutofit fontScale="92500" lnSpcReduction="20000"/>
          </a:bodyPr>
          <a:lstStyle/>
          <a:p>
            <a:r>
              <a:rPr lang="pt-BR" sz="1800" b="0" i="0" dirty="0">
                <a:solidFill>
                  <a:srgbClr val="0D0D0D"/>
                </a:solidFill>
                <a:effectLst/>
              </a:rPr>
              <a:t>Uma </a:t>
            </a:r>
            <a:r>
              <a:rPr lang="pt-BR" sz="1800" b="0" i="0" dirty="0">
                <a:solidFill>
                  <a:schemeClr val="accent1"/>
                </a:solidFill>
                <a:effectLst/>
              </a:rPr>
              <a:t>vantagem</a:t>
            </a:r>
            <a:r>
              <a:rPr lang="pt-BR" sz="1800" b="0" i="0" dirty="0">
                <a:solidFill>
                  <a:srgbClr val="0D0D0D"/>
                </a:solidFill>
                <a:effectLst/>
              </a:rPr>
              <a:t> importante das </a:t>
            </a:r>
            <a:r>
              <a:rPr lang="pt-BR" sz="1800" b="0" i="0" dirty="0" err="1">
                <a:solidFill>
                  <a:srgbClr val="0D0D0D"/>
                </a:solidFill>
                <a:effectLst/>
              </a:rPr>
              <a:t>metaheurísticas</a:t>
            </a:r>
            <a:r>
              <a:rPr lang="pt-BR" sz="1800" b="0" i="0" dirty="0">
                <a:solidFill>
                  <a:srgbClr val="0D0D0D"/>
                </a:solidFill>
                <a:effectLst/>
              </a:rPr>
              <a:t> é o fato de que geralmente podem ser </a:t>
            </a:r>
            <a:r>
              <a:rPr lang="pt-BR" sz="1800" b="0" i="0" dirty="0">
                <a:effectLst/>
              </a:rPr>
              <a:t>terminadas após qualquer etapa de iteração </a:t>
            </a:r>
            <a:r>
              <a:rPr lang="pt-BR" sz="1800" b="0" i="0" dirty="0">
                <a:solidFill>
                  <a:srgbClr val="0D0D0D"/>
                </a:solidFill>
                <a:effectLst/>
              </a:rPr>
              <a:t>(chamados algoritmos a qualquer momento), porque têm, a qualquer momento, pelo menos alguns candidatos a solução disponíveis.</a:t>
            </a:r>
          </a:p>
          <a:p>
            <a:r>
              <a:rPr lang="pt-BR" sz="1800" b="0" i="0" dirty="0">
                <a:solidFill>
                  <a:srgbClr val="0D0D0D"/>
                </a:solidFill>
                <a:effectLst/>
              </a:rPr>
              <a:t> A partir desses, o </a:t>
            </a:r>
            <a:r>
              <a:rPr lang="pt-BR" sz="1800" b="0" i="0" dirty="0">
                <a:solidFill>
                  <a:schemeClr val="accent1"/>
                </a:solidFill>
                <a:effectLst/>
              </a:rPr>
              <a:t>melhor candidato </a:t>
            </a:r>
            <a:r>
              <a:rPr lang="pt-BR" sz="1800" b="0" i="0" dirty="0">
                <a:effectLst/>
              </a:rPr>
              <a:t>a solução encontrado até agora é então recuperado e retornado</a:t>
            </a:r>
            <a:r>
              <a:rPr lang="pt-BR" sz="1800" b="0" i="0" dirty="0">
                <a:solidFill>
                  <a:srgbClr val="0D0D0D"/>
                </a:solidFill>
                <a:effectLst/>
              </a:rPr>
              <a:t>, independentemente de algum outro critério de término ser atendido ou não. No entanto, deve ficar claro que a qualidade da solução geralmente é melhor quanto mais longa for a execução da busca</a:t>
            </a:r>
            <a:endParaRPr lang="pt-BR" sz="1800" dirty="0">
              <a:ea typeface="Calibri" panose="020F0502020204030204" pitchFamily="34" charset="0"/>
              <a:cs typeface="Calibri" panose="020F0502020204030204" pitchFamily="34" charset="0"/>
            </a:endParaRPr>
          </a:p>
          <a:p>
            <a:endParaRPr lang="pt-BR" sz="1800" dirty="0"/>
          </a:p>
        </p:txBody>
      </p:sp>
    </p:spTree>
    <p:extLst>
      <p:ext uri="{BB962C8B-B14F-4D97-AF65-F5344CB8AC3E}">
        <p14:creationId xmlns:p14="http://schemas.microsoft.com/office/powerpoint/2010/main" val="154695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CC75F9B8-0EDD-728B-D60F-13CC0A0DFEBC}"/>
              </a:ext>
            </a:extLst>
          </p:cNvPr>
          <p:cNvSpPr>
            <a:spLocks noGrp="1"/>
          </p:cNvSpPr>
          <p:nvPr>
            <p:ph type="subTitle"/>
          </p:nvPr>
        </p:nvSpPr>
        <p:spPr>
          <a:xfrm>
            <a:off x="0" y="3222540"/>
            <a:ext cx="8229240" cy="1144800"/>
          </a:xfrm>
        </p:spPr>
        <p:txBody>
          <a:bodyPr/>
          <a:lstStyle/>
          <a:p>
            <a:r>
              <a:rPr lang="pt-BR" sz="4000" dirty="0">
                <a:solidFill>
                  <a:schemeClr val="accent1"/>
                </a:solidFill>
              </a:rPr>
              <a:t>A evolução biológica</a:t>
            </a:r>
          </a:p>
        </p:txBody>
      </p:sp>
    </p:spTree>
    <p:extLst>
      <p:ext uri="{BB962C8B-B14F-4D97-AF65-F5344CB8AC3E}">
        <p14:creationId xmlns:p14="http://schemas.microsoft.com/office/powerpoint/2010/main" val="3925608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6D862-E740-DA41-9236-0A4EB0C626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4CA141-F8D7-4699-37D0-C98698A57FDA}"/>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11A274FD-7470-9475-1A94-9FAF2BC9DFCF}"/>
              </a:ext>
            </a:extLst>
          </p:cNvPr>
          <p:cNvSpPr>
            <a:spLocks noGrp="1"/>
          </p:cNvSpPr>
          <p:nvPr>
            <p:ph/>
          </p:nvPr>
        </p:nvSpPr>
        <p:spPr>
          <a:xfrm>
            <a:off x="457200" y="1604520"/>
            <a:ext cx="4403558" cy="3977280"/>
          </a:xfrm>
        </p:spPr>
        <p:txBody>
          <a:bodyPr>
            <a:normAutofit/>
          </a:bodyPr>
          <a:lstStyle/>
          <a:p>
            <a:r>
              <a:rPr lang="pt-BR" sz="1700" b="0" i="0" dirty="0">
                <a:solidFill>
                  <a:srgbClr val="0D0D0D"/>
                </a:solidFill>
                <a:effectLst/>
              </a:rPr>
              <a:t>Os algoritmos evolucionários estão entre as meta-heurísticas mais antigas e populares. </a:t>
            </a:r>
          </a:p>
          <a:p>
            <a:r>
              <a:rPr lang="pt-BR" sz="1700" b="0" i="0" dirty="0">
                <a:solidFill>
                  <a:srgbClr val="0D0D0D"/>
                </a:solidFill>
                <a:effectLst/>
              </a:rPr>
              <a:t>Eles são essencialmente baseados </a:t>
            </a:r>
            <a:r>
              <a:rPr lang="pt-BR" sz="1700" b="0" i="0" dirty="0">
                <a:solidFill>
                  <a:schemeClr val="accent1"/>
                </a:solidFill>
                <a:effectLst/>
              </a:rPr>
              <a:t>na teoria da evolução biológica de Charles Darwin</a:t>
            </a:r>
            <a:r>
              <a:rPr lang="pt-BR" sz="1700" b="0" i="0" dirty="0">
                <a:solidFill>
                  <a:srgbClr val="0D0D0D"/>
                </a:solidFill>
                <a:effectLst/>
              </a:rPr>
              <a:t>, que ele propôs em seu livro seminal "A Origem das Espécies" .</a:t>
            </a:r>
            <a:endParaRPr lang="pt-BR" sz="1700" dirty="0">
              <a:solidFill>
                <a:srgbClr val="0D0D0D"/>
              </a:solidFill>
            </a:endParaRPr>
          </a:p>
          <a:p>
            <a:r>
              <a:rPr lang="pt-BR" sz="1700" b="0" i="0" dirty="0">
                <a:solidFill>
                  <a:srgbClr val="0D0D0D"/>
                </a:solidFill>
                <a:effectLst/>
              </a:rPr>
              <a:t> A teoria explica a diversidade e complexidade de todas as formas de organismos vivos e nos permite unificar todas as disciplinas biológicas. </a:t>
            </a:r>
          </a:p>
          <a:p>
            <a:endParaRPr lang="pt-BR" dirty="0"/>
          </a:p>
        </p:txBody>
      </p:sp>
      <p:pic>
        <p:nvPicPr>
          <p:cNvPr id="7170" name="Picture 2" descr="O que a teoria de Darwin tem a ver com a inteligência artificial? Tudo!">
            <a:extLst>
              <a:ext uri="{FF2B5EF4-FFF2-40B4-BE49-F238E27FC236}">
                <a16:creationId xmlns:a16="http://schemas.microsoft.com/office/drawing/2014/main" id="{8F9D71FD-B1F0-0A3B-619E-7369BBA702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9734" y="1969477"/>
            <a:ext cx="3569369" cy="3569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45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E6CFF-D549-1CD2-F1FE-F4D47271FF7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D755D6-A700-818C-79DE-891620D36CEE}"/>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37A41045-7F55-8B6C-861F-10743CAB6414}"/>
              </a:ext>
            </a:extLst>
          </p:cNvPr>
          <p:cNvSpPr>
            <a:spLocks noGrp="1"/>
          </p:cNvSpPr>
          <p:nvPr>
            <p:ph/>
          </p:nvPr>
        </p:nvSpPr>
        <p:spPr>
          <a:xfrm>
            <a:off x="0" y="1604519"/>
            <a:ext cx="6124074" cy="4700027"/>
          </a:xfrm>
        </p:spPr>
        <p:txBody>
          <a:bodyPr>
            <a:normAutofit fontScale="62500" lnSpcReduction="20000"/>
          </a:bodyPr>
          <a:lstStyle/>
          <a:p>
            <a:pPr marL="457200" indent="-457200" algn="just">
              <a:buFont typeface="Arial" panose="020B0604020202020204" pitchFamily="34" charset="0"/>
              <a:buChar char="•"/>
            </a:pPr>
            <a:r>
              <a:rPr lang="pt-BR" sz="2900" b="0" i="0" dirty="0">
                <a:solidFill>
                  <a:srgbClr val="0D0D0D"/>
                </a:solidFill>
                <a:effectLst/>
              </a:rPr>
              <a:t>O princípio fundamental da evolução biológica pode ser formulado como: </a:t>
            </a:r>
            <a:r>
              <a:rPr lang="pt-BR" sz="2900" b="0" i="0" dirty="0">
                <a:solidFill>
                  <a:schemeClr val="accent1"/>
                </a:solidFill>
                <a:effectLst/>
              </a:rPr>
              <a:t>Características benéficas resultantes de variação aleatória são favorecidas pela seleção natural</a:t>
            </a:r>
          </a:p>
          <a:p>
            <a:pPr marL="457200" indent="-457200" algn="just">
              <a:buFont typeface="Arial" panose="020B0604020202020204" pitchFamily="34" charset="0"/>
              <a:buChar char="•"/>
            </a:pPr>
            <a:r>
              <a:rPr lang="pt-BR" sz="2900" b="0" i="0" dirty="0">
                <a:solidFill>
                  <a:srgbClr val="0D0D0D"/>
                </a:solidFill>
                <a:effectLst/>
              </a:rPr>
              <a:t>Isso significa que os indivíduos </a:t>
            </a:r>
            <a:r>
              <a:rPr lang="pt-BR" sz="2900" b="0" i="0" dirty="0">
                <a:solidFill>
                  <a:schemeClr val="accent1"/>
                </a:solidFill>
                <a:effectLst/>
              </a:rPr>
              <a:t>com características benéficas </a:t>
            </a:r>
            <a:r>
              <a:rPr lang="pt-BR" sz="2900" b="0" i="0" dirty="0">
                <a:solidFill>
                  <a:srgbClr val="0D0D0D"/>
                </a:solidFill>
                <a:effectLst/>
              </a:rPr>
              <a:t>têm melhores chances de se reproduzir e multiplicar, o que pode ser expresso pela reprodução diferencial.</a:t>
            </a:r>
            <a:br>
              <a:rPr lang="pt-BR" sz="2900" b="0" i="0" dirty="0">
                <a:solidFill>
                  <a:srgbClr val="0D0D0D"/>
                </a:solidFill>
                <a:effectLst/>
              </a:rPr>
            </a:br>
            <a:r>
              <a:rPr lang="pt-BR" sz="2900" b="0" i="0" dirty="0">
                <a:solidFill>
                  <a:srgbClr val="0D0D0D"/>
                </a:solidFill>
                <a:effectLst/>
              </a:rPr>
              <a:t>Novas ou pelo menos características modificadas podem ser criadas por vários processos. </a:t>
            </a:r>
          </a:p>
          <a:p>
            <a:pPr marL="457200" indent="-457200" algn="just">
              <a:buFont typeface="Arial" panose="020B0604020202020204" pitchFamily="34" charset="0"/>
              <a:buChar char="•"/>
            </a:pPr>
            <a:r>
              <a:rPr lang="pt-BR" sz="2900" b="0" i="0" dirty="0">
                <a:solidFill>
                  <a:srgbClr val="0D0D0D"/>
                </a:solidFill>
                <a:effectLst/>
              </a:rPr>
              <a:t>Em primeiro lugar, há a </a:t>
            </a:r>
            <a:r>
              <a:rPr lang="pt-BR" sz="2900" b="0" i="0" dirty="0">
                <a:solidFill>
                  <a:schemeClr val="accent1"/>
                </a:solidFill>
                <a:effectLst/>
              </a:rPr>
              <a:t>modificação cega e puramente aleatória </a:t>
            </a:r>
            <a:r>
              <a:rPr lang="pt-BR" sz="2900" b="0" i="0" dirty="0">
                <a:solidFill>
                  <a:srgbClr val="0D0D0D"/>
                </a:solidFill>
                <a:effectLst/>
              </a:rPr>
              <a:t>dos genes, ou seja, a mutação, que afeta tanto formas de vida que se reproduzem sexualmente quanto assexuadamente</a:t>
            </a:r>
          </a:p>
          <a:p>
            <a:pPr marL="457200" indent="-457200" algn="just">
              <a:buFont typeface="Arial" panose="020B0604020202020204" pitchFamily="34" charset="0"/>
              <a:buChar char="•"/>
            </a:pPr>
            <a:r>
              <a:rPr lang="pt-BR" sz="2900" b="0" i="0" dirty="0">
                <a:solidFill>
                  <a:srgbClr val="0D0D0D"/>
                </a:solidFill>
                <a:effectLst/>
              </a:rPr>
              <a:t>As mutações podem ocorrer devido à exposição à radioatividade (por exemplo, causada pela radiação terrestre ou cósmica ou por desastres em reatores nucleares) ou a chamados </a:t>
            </a:r>
            <a:r>
              <a:rPr lang="pt-BR" sz="2900" b="0" i="0" dirty="0" err="1">
                <a:solidFill>
                  <a:srgbClr val="0D0D0D"/>
                </a:solidFill>
                <a:effectLst/>
              </a:rPr>
              <a:t>mutágenos</a:t>
            </a:r>
            <a:r>
              <a:rPr lang="pt-BR" sz="2900" b="0" i="0" dirty="0">
                <a:solidFill>
                  <a:srgbClr val="0D0D0D"/>
                </a:solidFill>
                <a:effectLst/>
              </a:rPr>
              <a:t> (ou seja, compostos químicos que perturbam o processo de cópia das informações genéticas), mas também podem acontecer simplesmente naturalmente, devido a uma suscetibilidade inevitável do complexo processo de cópia genética a erros. </a:t>
            </a:r>
          </a:p>
          <a:p>
            <a:endParaRPr lang="pt-BR" dirty="0"/>
          </a:p>
        </p:txBody>
      </p:sp>
      <p:pic>
        <p:nvPicPr>
          <p:cNvPr id="8194" name="Picture 2" descr="Seleção Natural">
            <a:extLst>
              <a:ext uri="{FF2B5EF4-FFF2-40B4-BE49-F238E27FC236}">
                <a16:creationId xmlns:a16="http://schemas.microsoft.com/office/drawing/2014/main" id="{DD813BC4-F68B-4CBD-C700-D22A09156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8239" y="1897760"/>
            <a:ext cx="2122625" cy="3749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54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849B-C7E6-FC9F-8848-741C9DC53D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74D1D9-000D-2985-B751-3464616C627B}"/>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D12E6FEB-8B12-FDDA-4099-07A2FBA89238}"/>
              </a:ext>
            </a:extLst>
          </p:cNvPr>
          <p:cNvSpPr>
            <a:spLocks noGrp="1"/>
          </p:cNvSpPr>
          <p:nvPr>
            <p:ph/>
          </p:nvPr>
        </p:nvSpPr>
        <p:spPr>
          <a:xfrm>
            <a:off x="0" y="1604519"/>
            <a:ext cx="4788568" cy="4820343"/>
          </a:xfrm>
        </p:spPr>
        <p:txBody>
          <a:bodyPr>
            <a:normAutofit/>
          </a:bodyPr>
          <a:lstStyle/>
          <a:p>
            <a:pPr marL="285750" indent="-285750" algn="just">
              <a:buFont typeface="Arial" panose="020B0604020202020204" pitchFamily="34" charset="0"/>
              <a:buChar char="•"/>
            </a:pPr>
            <a:r>
              <a:rPr lang="pt-BR" sz="1600" b="0" i="0" dirty="0">
                <a:solidFill>
                  <a:schemeClr val="accent1"/>
                </a:solidFill>
                <a:effectLst/>
              </a:rPr>
              <a:t>Na reprodução sexual</a:t>
            </a:r>
            <a:r>
              <a:rPr lang="pt-BR" sz="1600" b="0" i="0" dirty="0">
                <a:solidFill>
                  <a:srgbClr val="0D0D0D"/>
                </a:solidFill>
                <a:effectLst/>
              </a:rPr>
              <a:t>, metade dos conjuntos de cromossomos (diploides) dos pais são (</a:t>
            </a:r>
            <a:r>
              <a:rPr lang="pt-BR" sz="1600" b="0" i="0" dirty="0" err="1">
                <a:solidFill>
                  <a:srgbClr val="0D0D0D"/>
                </a:solidFill>
                <a:effectLst/>
              </a:rPr>
              <a:t>re</a:t>
            </a:r>
            <a:r>
              <a:rPr lang="pt-BR" sz="1600" b="0" i="0" dirty="0">
                <a:solidFill>
                  <a:srgbClr val="0D0D0D"/>
                </a:solidFill>
                <a:effectLst/>
              </a:rPr>
              <a:t>-) combinadas, criando assim novas combinações de características e características físicas. </a:t>
            </a:r>
          </a:p>
          <a:p>
            <a:pPr marL="285750" indent="-285750" algn="just">
              <a:buFont typeface="Arial" panose="020B0604020202020204" pitchFamily="34" charset="0"/>
              <a:buChar char="•"/>
            </a:pPr>
            <a:r>
              <a:rPr lang="pt-BR" sz="1600" b="0" i="0" dirty="0">
                <a:solidFill>
                  <a:srgbClr val="0D0D0D"/>
                </a:solidFill>
                <a:effectLst/>
              </a:rPr>
              <a:t>Além disso, durante a meiose (ou seja, o processo de divisão celular que produz as células germinativas ou gametas), partes dos cromossomos (homólogos), em um processo chamado de crossing over, podem se cruzar, quebrar e se unir de maneira modificada, trocando assim material genético entre os cromossomos (homólogos). </a:t>
            </a:r>
          </a:p>
          <a:p>
            <a:pPr marL="285750" indent="-285750" algn="just">
              <a:buFont typeface="Arial" panose="020B0604020202020204" pitchFamily="34" charset="0"/>
              <a:buChar char="•"/>
            </a:pPr>
            <a:r>
              <a:rPr lang="pt-BR" sz="1600" b="0" i="0" dirty="0">
                <a:solidFill>
                  <a:srgbClr val="0D0D0D"/>
                </a:solidFill>
                <a:effectLst/>
              </a:rPr>
              <a:t>Como resultado, descendentes com planos genéticos novos ou pelo menos modificados e, portanto, com características físicas são criados</a:t>
            </a:r>
          </a:p>
          <a:p>
            <a:endParaRPr lang="pt-BR" sz="1600" dirty="0"/>
          </a:p>
        </p:txBody>
      </p:sp>
      <p:pic>
        <p:nvPicPr>
          <p:cNvPr id="1026" name="Picture 2" descr="gracieteoliveira [licensed for non-commercial use only] / Partilha de  células sexuais">
            <a:extLst>
              <a:ext uri="{FF2B5EF4-FFF2-40B4-BE49-F238E27FC236}">
                <a16:creationId xmlns:a16="http://schemas.microsoft.com/office/drawing/2014/main" id="{3B8BF199-52EE-6813-4F6B-F75473CFF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1215" y="1764631"/>
            <a:ext cx="3874027" cy="398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906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818DB-C5D7-519A-9D28-4378D80238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868697-8922-4A2B-8F32-291D5447960B}"/>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4" name="Espaço Reservado para Conteúdo 3">
            <a:extLst>
              <a:ext uri="{FF2B5EF4-FFF2-40B4-BE49-F238E27FC236}">
                <a16:creationId xmlns:a16="http://schemas.microsoft.com/office/drawing/2014/main" id="{9FDEB9A4-064D-0DA4-2AA9-6F5682F85E32}"/>
              </a:ext>
            </a:extLst>
          </p:cNvPr>
          <p:cNvSpPr>
            <a:spLocks noGrp="1"/>
          </p:cNvSpPr>
          <p:nvPr>
            <p:ph/>
          </p:nvPr>
        </p:nvSpPr>
        <p:spPr>
          <a:xfrm>
            <a:off x="228600" y="1604519"/>
            <a:ext cx="6003758" cy="5085039"/>
          </a:xfrm>
        </p:spPr>
        <p:txBody>
          <a:bodyPr>
            <a:noAutofit/>
          </a:bodyPr>
          <a:lstStyle/>
          <a:p>
            <a:pPr marL="285750" indent="-285750" algn="just">
              <a:buFont typeface="Arial" panose="020B0604020202020204" pitchFamily="34" charset="0"/>
              <a:buChar char="•"/>
            </a:pPr>
            <a:r>
              <a:rPr lang="pt-BR" sz="1600" b="0" i="0" dirty="0">
                <a:solidFill>
                  <a:srgbClr val="0D0D0D"/>
                </a:solidFill>
                <a:effectLst/>
              </a:rPr>
              <a:t>A grande maioria dessas modificações (genéticas) são desfavoráveis ou até mesmo prejudiciais, podendo, no pior dos casos, tornar o indivíduo resultante incapaz de viver. </a:t>
            </a:r>
          </a:p>
          <a:p>
            <a:pPr marL="285750" indent="-285750" algn="just">
              <a:buFont typeface="Arial" panose="020B0604020202020204" pitchFamily="34" charset="0"/>
              <a:buChar char="•"/>
            </a:pPr>
            <a:r>
              <a:rPr lang="pt-BR" sz="1600" b="0" i="0" dirty="0">
                <a:solidFill>
                  <a:srgbClr val="0D0D0D"/>
                </a:solidFill>
                <a:effectLst/>
              </a:rPr>
              <a:t>No entanto, há uma (pequena) chance de que algumas dessas modificações resultem em </a:t>
            </a:r>
            <a:r>
              <a:rPr lang="pt-BR" sz="1600" b="0" i="0" dirty="0">
                <a:solidFill>
                  <a:schemeClr val="accent1"/>
                </a:solidFill>
                <a:effectLst/>
              </a:rPr>
              <a:t>melhorias</a:t>
            </a:r>
            <a:r>
              <a:rPr lang="pt-BR" sz="1600" b="0" i="0" dirty="0">
                <a:solidFill>
                  <a:srgbClr val="0D0D0D"/>
                </a:solidFill>
                <a:effectLst/>
              </a:rPr>
              <a:t> (pequenas), dotando o indivíduo de características que ajudam na sobrevivência. Por exemplo, elas podem tornar mais fácil encontrar alimentos, se defender de predadores, ou pelo menos se esconder ou fugir deles, atrair parceiros....</a:t>
            </a:r>
          </a:p>
          <a:p>
            <a:pPr marL="285750" indent="-285750" algn="just">
              <a:buFont typeface="Arial" panose="020B0604020202020204" pitchFamily="34" charset="0"/>
              <a:buChar char="•"/>
            </a:pPr>
            <a:r>
              <a:rPr lang="pt-BR" sz="1600" b="0" i="0" dirty="0">
                <a:solidFill>
                  <a:srgbClr val="0D0D0D"/>
                </a:solidFill>
                <a:effectLst/>
              </a:rPr>
              <a:t>Em geral, cada indivíduo </a:t>
            </a:r>
            <a:r>
              <a:rPr lang="pt-BR" sz="1600" b="0" i="0" dirty="0">
                <a:solidFill>
                  <a:schemeClr val="accent1"/>
                </a:solidFill>
                <a:effectLst/>
              </a:rPr>
              <a:t>é colocado à prova </a:t>
            </a:r>
            <a:r>
              <a:rPr lang="pt-BR" sz="1600" b="0" i="0" dirty="0">
                <a:solidFill>
                  <a:srgbClr val="0D0D0D"/>
                </a:solidFill>
                <a:effectLst/>
              </a:rPr>
              <a:t>em seu ambiente natural, onde ele ou prova ter uma alta aptidão, tornando mais provável que se reproduza e se multiplique, ou onde não consegue sobreviver ou se acasalar, fazendo com que ele ou suas características desapareçam;</a:t>
            </a:r>
          </a:p>
          <a:p>
            <a:pPr marL="285750" indent="-285750" algn="just">
              <a:buFont typeface="Arial" panose="020B0604020202020204" pitchFamily="34" charset="0"/>
              <a:buChar char="•"/>
            </a:pPr>
            <a:r>
              <a:rPr lang="pt-BR" sz="1400" b="0" i="0" dirty="0">
                <a:solidFill>
                  <a:srgbClr val="0D0D0D"/>
                </a:solidFill>
                <a:effectLst/>
              </a:rPr>
              <a:t>Alguns exemplos de características que podem ser benéficas ou prejudiciais:</a:t>
            </a:r>
            <a:endParaRPr lang="pt-BR" sz="1400" dirty="0">
              <a:solidFill>
                <a:srgbClr val="0D0D0D"/>
              </a:solidFill>
            </a:endParaRPr>
          </a:p>
          <a:p>
            <a:pPr marL="285750" lvl="1" indent="-285750" algn="just">
              <a:buFont typeface="Arial" panose="020B0604020202020204" pitchFamily="34" charset="0"/>
              <a:buChar char="•"/>
            </a:pPr>
            <a:r>
              <a:rPr lang="pt-BR" sz="1400" b="0" i="0" dirty="0">
                <a:solidFill>
                  <a:srgbClr val="0D0D0D"/>
                </a:solidFill>
                <a:effectLst/>
              </a:rPr>
              <a:t>Melanina e a proteção contra o sol e dificuldade de absorção de vitamina D;</a:t>
            </a:r>
            <a:endParaRPr lang="pt-BR" sz="1400" dirty="0">
              <a:solidFill>
                <a:srgbClr val="0D0D0D"/>
              </a:solidFill>
            </a:endParaRPr>
          </a:p>
          <a:p>
            <a:pPr marL="285750" lvl="1" indent="-285750" algn="just">
              <a:buFont typeface="Arial" panose="020B0604020202020204" pitchFamily="34" charset="0"/>
              <a:buChar char="•"/>
            </a:pPr>
            <a:r>
              <a:rPr lang="pt-BR" sz="1400" b="0" i="0" dirty="0">
                <a:solidFill>
                  <a:srgbClr val="0D0D0D"/>
                </a:solidFill>
                <a:effectLst/>
              </a:rPr>
              <a:t>A anemia falciforme que também pode proteger contra malária.</a:t>
            </a:r>
          </a:p>
        </p:txBody>
      </p:sp>
      <p:pic>
        <p:nvPicPr>
          <p:cNvPr id="9218" name="Picture 2" descr="Seleção natural – Wikipédia, a enciclopédia livre">
            <a:extLst>
              <a:ext uri="{FF2B5EF4-FFF2-40B4-BE49-F238E27FC236}">
                <a16:creationId xmlns:a16="http://schemas.microsoft.com/office/drawing/2014/main" id="{EEBA54FE-F22D-DEF5-1B6C-FF35D498A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0940" y="1893278"/>
            <a:ext cx="2095500"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825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C643D-55E1-5270-15B0-EAB3D96704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0EA3AF-8B44-BB96-E40F-62A69CA131C6}"/>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82F0B1A7-6973-C922-A0D9-3F7845629A79}"/>
              </a:ext>
            </a:extLst>
          </p:cNvPr>
          <p:cNvSpPr>
            <a:spLocks noGrp="1"/>
          </p:cNvSpPr>
          <p:nvPr>
            <p:ph/>
          </p:nvPr>
        </p:nvSpPr>
        <p:spPr>
          <a:xfrm>
            <a:off x="457200" y="1604520"/>
            <a:ext cx="8229240" cy="2618564"/>
          </a:xfrm>
        </p:spPr>
        <p:txBody>
          <a:bodyPr>
            <a:normAutofit fontScale="92500" lnSpcReduction="10000"/>
          </a:bodyPr>
          <a:lstStyle/>
          <a:p>
            <a:pPr marL="457200" indent="-457200" algn="just">
              <a:buFont typeface="Arial" panose="020B0604020202020204" pitchFamily="34" charset="0"/>
              <a:buChar char="•"/>
            </a:pPr>
            <a:r>
              <a:rPr lang="pt-BR" sz="1900" b="0" i="0" dirty="0">
                <a:solidFill>
                  <a:srgbClr val="0D0D0D"/>
                </a:solidFill>
                <a:effectLst/>
              </a:rPr>
              <a:t>Note também que é a interação entre a variação aleatória e a seleção natural que explica </a:t>
            </a:r>
            <a:r>
              <a:rPr lang="pt-BR" sz="1900" b="0" i="0" dirty="0">
                <a:solidFill>
                  <a:schemeClr val="accent1"/>
                </a:solidFill>
                <a:effectLst/>
              </a:rPr>
              <a:t>por que existem tantas formas de vida complexas</a:t>
            </a:r>
            <a:r>
              <a:rPr lang="pt-BR" sz="1900" b="0" i="0" dirty="0">
                <a:solidFill>
                  <a:srgbClr val="0D0D0D"/>
                </a:solidFill>
                <a:effectLst/>
              </a:rPr>
              <a:t>, mesmo que essas formas de vida sejam extremamente improváveis de existir como resultado de mera chance. </a:t>
            </a:r>
          </a:p>
          <a:p>
            <a:pPr marL="457200" indent="-457200" algn="just">
              <a:buFont typeface="Arial" panose="020B0604020202020204" pitchFamily="34" charset="0"/>
              <a:buChar char="•"/>
            </a:pPr>
            <a:r>
              <a:rPr lang="pt-BR" sz="1900" b="0" i="0" dirty="0">
                <a:solidFill>
                  <a:srgbClr val="0D0D0D"/>
                </a:solidFill>
                <a:effectLst/>
              </a:rPr>
              <a:t>No entanto, a evolução não é apenas pura chance. Embora as variações sejam cegas e aleatórias, sua seleção não é, mas estritamente impulsionada pelo benefício para a sobrevivência e reprodução dos indivíduos dotados delas. </a:t>
            </a:r>
          </a:p>
          <a:p>
            <a:pPr marL="457200" indent="-457200" algn="just">
              <a:buFont typeface="Arial" panose="020B0604020202020204" pitchFamily="34" charset="0"/>
              <a:buChar char="•"/>
            </a:pPr>
            <a:r>
              <a:rPr lang="pt-BR" sz="1900" b="0" i="0" dirty="0">
                <a:solidFill>
                  <a:srgbClr val="0D0D0D"/>
                </a:solidFill>
                <a:effectLst/>
              </a:rPr>
              <a:t>Como consequência, </a:t>
            </a:r>
            <a:r>
              <a:rPr lang="pt-BR" sz="1900" b="0" i="0" dirty="0">
                <a:solidFill>
                  <a:schemeClr val="accent1"/>
                </a:solidFill>
                <a:effectLst/>
              </a:rPr>
              <a:t>pequenas melhorias podem se acumular ao longo de muitas gerações </a:t>
            </a:r>
            <a:r>
              <a:rPr lang="pt-BR" sz="1900" b="0" i="0" dirty="0">
                <a:solidFill>
                  <a:srgbClr val="0D0D0D"/>
                </a:solidFill>
                <a:effectLst/>
              </a:rPr>
              <a:t>e finalmente levar a uma complexidade surpreendente e adaptações surpreendentemente adequadas a um ambiente.</a:t>
            </a:r>
          </a:p>
          <a:p>
            <a:endParaRPr lang="pt-BR" dirty="0"/>
          </a:p>
        </p:txBody>
      </p:sp>
      <p:sp>
        <p:nvSpPr>
          <p:cNvPr id="4" name="AutoShape 2" descr="7 animais pré-históricos que ainda estão vivos - Proto Animal Brasil">
            <a:extLst>
              <a:ext uri="{FF2B5EF4-FFF2-40B4-BE49-F238E27FC236}">
                <a16:creationId xmlns:a16="http://schemas.microsoft.com/office/drawing/2014/main" id="{4322651E-C601-3694-E4FC-A7F884D2033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7" name="Imagem 6">
            <a:extLst>
              <a:ext uri="{FF2B5EF4-FFF2-40B4-BE49-F238E27FC236}">
                <a16:creationId xmlns:a16="http://schemas.microsoft.com/office/drawing/2014/main" id="{DD9C65FA-519B-86FC-55F6-8EE189BBF2BA}"/>
              </a:ext>
            </a:extLst>
          </p:cNvPr>
          <p:cNvPicPr>
            <a:picLocks noChangeAspect="1"/>
          </p:cNvPicPr>
          <p:nvPr/>
        </p:nvPicPr>
        <p:blipFill>
          <a:blip r:embed="rId2"/>
          <a:stretch>
            <a:fillRect/>
          </a:stretch>
        </p:blipFill>
        <p:spPr>
          <a:xfrm>
            <a:off x="2625617" y="4439653"/>
            <a:ext cx="4197566" cy="2152761"/>
          </a:xfrm>
          <a:prstGeom prst="rect">
            <a:avLst/>
          </a:prstGeom>
        </p:spPr>
      </p:pic>
    </p:spTree>
    <p:extLst>
      <p:ext uri="{BB962C8B-B14F-4D97-AF65-F5344CB8AC3E}">
        <p14:creationId xmlns:p14="http://schemas.microsoft.com/office/powerpoint/2010/main" val="1365441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26EEA-D875-816D-EDD3-E00E9C1C92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309A29-8E14-8929-57C5-BD9BC601CB12}"/>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2C0A2F75-EB9D-4CD9-BA6E-AEBABCE1D4CD}"/>
              </a:ext>
            </a:extLst>
          </p:cNvPr>
          <p:cNvSpPr>
            <a:spLocks noGrp="1"/>
          </p:cNvSpPr>
          <p:nvPr>
            <p:ph/>
          </p:nvPr>
        </p:nvSpPr>
        <p:spPr>
          <a:xfrm>
            <a:off x="279400" y="1418400"/>
            <a:ext cx="8229240" cy="3191700"/>
          </a:xfrm>
        </p:spPr>
        <p:txBody>
          <a:bodyPr>
            <a:normAutofit/>
          </a:bodyPr>
          <a:lstStyle/>
          <a:p>
            <a:pPr marL="514350" indent="-285750">
              <a:buFont typeface="Arial" panose="020B0604020202020204" pitchFamily="34" charset="0"/>
              <a:buChar char="•"/>
            </a:pPr>
            <a:r>
              <a:rPr lang="pt-BR" sz="1600" b="0" i="0" dirty="0">
                <a:solidFill>
                  <a:srgbClr val="0D0D0D"/>
                </a:solidFill>
                <a:effectLst/>
              </a:rPr>
              <a:t>Uma das razões pelas quais tendemos a fazer </a:t>
            </a:r>
            <a:r>
              <a:rPr lang="pt-BR" sz="1600" b="0" i="0" dirty="0">
                <a:solidFill>
                  <a:schemeClr val="accent1"/>
                </a:solidFill>
                <a:effectLst/>
              </a:rPr>
              <a:t>estimativas erradas </a:t>
            </a:r>
            <a:r>
              <a:rPr lang="pt-BR" sz="1600" b="0" i="0" dirty="0">
                <a:solidFill>
                  <a:srgbClr val="0D0D0D"/>
                </a:solidFill>
                <a:effectLst/>
              </a:rPr>
              <a:t>da probabilidade de formas de vida complexas e adaptadas, vendo-as como (muito) menos prováveis do que realmente são, é que tendemos a usar o seguinte modelo:</a:t>
            </a:r>
          </a:p>
          <a:p>
            <a:pPr marL="285750" indent="-285750">
              <a:buFont typeface="Arial" panose="020B0604020202020204" pitchFamily="34" charset="0"/>
              <a:buChar char="•"/>
            </a:pPr>
            <a:r>
              <a:rPr lang="pt-BR" sz="1600" b="0" i="0" dirty="0">
                <a:solidFill>
                  <a:srgbClr val="0D0D0D"/>
                </a:solidFill>
                <a:effectLst/>
              </a:rPr>
              <a:t>Considere uma caixa cheia de peças de metal coletadas de um ferro-velho, todas as quais são peças de carro. Se sacudirmos esta caixa por tempo suficiente, há uma certa (embora extremamente pequena) probabilidade de que após algum tempo um carro dirigível seja montado na caixa. </a:t>
            </a:r>
          </a:p>
          <a:p>
            <a:pPr marL="285750" indent="-285750">
              <a:buFont typeface="Arial" panose="020B0604020202020204" pitchFamily="34" charset="0"/>
              <a:buChar char="•"/>
            </a:pPr>
            <a:r>
              <a:rPr lang="pt-BR" sz="1600" b="0" i="0" dirty="0">
                <a:solidFill>
                  <a:srgbClr val="0D0D0D"/>
                </a:solidFill>
                <a:effectLst/>
              </a:rPr>
              <a:t>Este modelo representa a criação de algo complexo pura e simplesmente por acaso. Isso claramente torna efetivamente impossível que qualquer coisa mesmo remotamente complexa, quanto mais um organismo vivo, surja.</a:t>
            </a:r>
            <a:br>
              <a:rPr lang="pt-BR" sz="1600" b="0" i="0" dirty="0">
                <a:solidFill>
                  <a:srgbClr val="0D0D0D"/>
                </a:solidFill>
                <a:effectLst/>
              </a:rPr>
            </a:br>
            <a:endParaRPr lang="pt-BR" sz="1600" b="0" i="0" dirty="0">
              <a:solidFill>
                <a:srgbClr val="0D0D0D"/>
              </a:solidFill>
              <a:effectLst/>
            </a:endParaRPr>
          </a:p>
          <a:p>
            <a:endParaRPr lang="pt-BR" sz="1600" dirty="0"/>
          </a:p>
        </p:txBody>
      </p:sp>
      <p:pic>
        <p:nvPicPr>
          <p:cNvPr id="2050" name="Picture 2" descr="13,651 Fotos de Stock de Peças Velhas Do Carro - Fotos de Stock Gratuitas e  Sem Fidelização a partir da Dreamstime">
            <a:extLst>
              <a:ext uri="{FF2B5EF4-FFF2-40B4-BE49-F238E27FC236}">
                <a16:creationId xmlns:a16="http://schemas.microsoft.com/office/drawing/2014/main" id="{16DE6A89-69F3-D702-BA31-3CAEBD0C7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1666" y="4450300"/>
            <a:ext cx="3197154" cy="213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52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6EEF4-139C-96A1-2714-D0554A9B49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8C798E-889C-6F0B-1F2C-F3160FB7D2DC}"/>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3E160CEF-4C6E-B41B-ECCF-C89999F5445F}"/>
              </a:ext>
            </a:extLst>
          </p:cNvPr>
          <p:cNvSpPr>
            <a:spLocks noGrp="1"/>
          </p:cNvSpPr>
          <p:nvPr>
            <p:ph/>
          </p:nvPr>
        </p:nvSpPr>
        <p:spPr>
          <a:xfrm>
            <a:off x="457200" y="1604520"/>
            <a:ext cx="5715000" cy="3977280"/>
          </a:xfrm>
        </p:spPr>
        <p:txBody>
          <a:bodyPr>
            <a:noAutofit/>
          </a:bodyPr>
          <a:lstStyle/>
          <a:p>
            <a:pPr marL="514350" indent="-285750">
              <a:buFont typeface="Arial" panose="020B0604020202020204" pitchFamily="34" charset="0"/>
              <a:buChar char="•"/>
            </a:pPr>
            <a:r>
              <a:rPr lang="pt-BR" sz="1600" b="0" i="0" dirty="0">
                <a:solidFill>
                  <a:srgbClr val="0D0D0D"/>
                </a:solidFill>
                <a:effectLst/>
                <a:latin typeface="+mj-lt"/>
              </a:rPr>
              <a:t>Portanto, um modelo melhor é o seguinte experimento mental, sugerido por B.F. Skinner:</a:t>
            </a:r>
          </a:p>
          <a:p>
            <a:pPr marL="285750" indent="-285750">
              <a:buFont typeface="Arial" panose="020B0604020202020204" pitchFamily="34" charset="0"/>
              <a:buChar char="•"/>
            </a:pPr>
            <a:r>
              <a:rPr lang="pt-BR" sz="1600" b="0" i="0" dirty="0">
                <a:solidFill>
                  <a:srgbClr val="0D0D0D"/>
                </a:solidFill>
                <a:effectLst/>
                <a:latin typeface="+mj-lt"/>
              </a:rPr>
              <a:t>Experimento mental proposto por B.F. Skinner</a:t>
            </a:r>
          </a:p>
          <a:p>
            <a:pPr marL="285750" indent="-285750">
              <a:buFont typeface="Arial" panose="020B0604020202020204" pitchFamily="34" charset="0"/>
              <a:buChar char="•"/>
            </a:pPr>
            <a:r>
              <a:rPr lang="pt-BR" sz="1600" b="0" i="0" dirty="0">
                <a:solidFill>
                  <a:srgbClr val="0D0D0D"/>
                </a:solidFill>
                <a:effectLst/>
                <a:latin typeface="+mj-lt"/>
              </a:rPr>
              <a:t>Envio de previsões sobre o vencedor de corridas de cavalos para 10.000 pessoa</a:t>
            </a:r>
          </a:p>
          <a:p>
            <a:pPr marL="285750" indent="-285750">
              <a:buFont typeface="Arial" panose="020B0604020202020204" pitchFamily="34" charset="0"/>
              <a:buChar char="•"/>
            </a:pPr>
            <a:r>
              <a:rPr lang="pt-BR" sz="1600" b="0" i="0" dirty="0">
                <a:solidFill>
                  <a:srgbClr val="0D0D0D"/>
                </a:solidFill>
                <a:effectLst/>
                <a:latin typeface="+mj-lt"/>
              </a:rPr>
              <a:t>Divisão das previsões para cada cavalo entre grupos de pessoa</a:t>
            </a:r>
          </a:p>
          <a:p>
            <a:pPr marL="285750" indent="-285750">
              <a:buFont typeface="Arial" panose="020B0604020202020204" pitchFamily="34" charset="0"/>
              <a:buChar char="•"/>
            </a:pPr>
            <a:r>
              <a:rPr lang="pt-BR" sz="1600" b="0" i="0" dirty="0">
                <a:solidFill>
                  <a:srgbClr val="0D0D0D"/>
                </a:solidFill>
                <a:effectLst/>
                <a:latin typeface="+mj-lt"/>
              </a:rPr>
              <a:t>Após a corrida, identificação das pessoas para quem a previsão foi correta</a:t>
            </a:r>
          </a:p>
          <a:p>
            <a:pPr marL="285750" indent="-285750">
              <a:buFont typeface="Arial" panose="020B0604020202020204" pitchFamily="34" charset="0"/>
              <a:buChar char="•"/>
            </a:pPr>
            <a:r>
              <a:rPr lang="pt-BR" sz="1600" b="0" i="0" dirty="0">
                <a:solidFill>
                  <a:srgbClr val="0D0D0D"/>
                </a:solidFill>
                <a:effectLst/>
                <a:latin typeface="+mj-lt"/>
              </a:rPr>
              <a:t>Repetição do processo para várias corridas, refinando as previsões com base nos resultados anteriores</a:t>
            </a:r>
          </a:p>
          <a:p>
            <a:pPr marL="285750" indent="-285750">
              <a:buFont typeface="Arial" panose="020B0604020202020204" pitchFamily="34" charset="0"/>
              <a:buChar char="•"/>
            </a:pPr>
            <a:r>
              <a:rPr lang="pt-BR" sz="1600" b="0" i="0" dirty="0">
                <a:solidFill>
                  <a:srgbClr val="0D0D0D"/>
                </a:solidFill>
                <a:effectLst/>
                <a:latin typeface="+mj-lt"/>
              </a:rPr>
              <a:t>Identificação de um pequeno grupo de pessoas para quem as previsões foram corretas em múltiplas corridas consecutiva</a:t>
            </a:r>
          </a:p>
          <a:p>
            <a:pPr marL="285750" indent="-285750">
              <a:buFont typeface="Arial" panose="020B0604020202020204" pitchFamily="34" charset="0"/>
              <a:buChar char="•"/>
            </a:pPr>
            <a:r>
              <a:rPr lang="pt-BR" sz="1600" b="0" i="0" dirty="0">
                <a:solidFill>
                  <a:srgbClr val="0D0D0D"/>
                </a:solidFill>
                <a:effectLst/>
                <a:latin typeface="+mj-lt"/>
              </a:rPr>
              <a:t>Proposta de cobrança de taxa para prever o vencedor em uma corrida futura, com base na aparente precisão das previsões anteriores</a:t>
            </a:r>
            <a:br>
              <a:rPr lang="pt-BR" sz="1600" b="0" i="0" dirty="0">
                <a:solidFill>
                  <a:srgbClr val="0D0D0D"/>
                </a:solidFill>
                <a:effectLst/>
                <a:latin typeface="+mj-lt"/>
              </a:rPr>
            </a:br>
            <a:endParaRPr lang="pt-BR" sz="1600" b="0" i="0" dirty="0">
              <a:solidFill>
                <a:srgbClr val="0D0D0D"/>
              </a:solidFill>
              <a:effectLst/>
              <a:latin typeface="+mj-lt"/>
            </a:endParaRPr>
          </a:p>
          <a:p>
            <a:endParaRPr lang="pt-BR" sz="1200" dirty="0">
              <a:latin typeface="+mj-lt"/>
            </a:endParaRPr>
          </a:p>
        </p:txBody>
      </p:sp>
      <p:pic>
        <p:nvPicPr>
          <p:cNvPr id="11266" name="Picture 2" descr="O que religião significa para mim - B. F. Skinner - behaviorist lady">
            <a:extLst>
              <a:ext uri="{FF2B5EF4-FFF2-40B4-BE49-F238E27FC236}">
                <a16:creationId xmlns:a16="http://schemas.microsoft.com/office/drawing/2014/main" id="{FB7D4D1D-2A54-20BC-06A2-2AC42ED24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1455" y="2414990"/>
            <a:ext cx="2626211" cy="2919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50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F7F7A-29C4-E236-8FA1-0B12E7451F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57A6A9-415E-01B2-8C42-69E926F7800D}"/>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0EBE6806-1BA2-9B12-8E87-28DDC7179041}"/>
              </a:ext>
            </a:extLst>
          </p:cNvPr>
          <p:cNvSpPr>
            <a:spLocks noGrp="1"/>
          </p:cNvSpPr>
          <p:nvPr>
            <p:ph/>
          </p:nvPr>
        </p:nvSpPr>
        <p:spPr>
          <a:xfrm>
            <a:off x="546100" y="2445300"/>
            <a:ext cx="8229240" cy="1144800"/>
          </a:xfrm>
        </p:spPr>
        <p:txBody>
          <a:bodyPr>
            <a:noAutofit/>
          </a:bodyPr>
          <a:lstStyle/>
          <a:p>
            <a:r>
              <a:rPr lang="pt-BR" sz="1600" b="0" i="0" dirty="0">
                <a:solidFill>
                  <a:srgbClr val="0D0D0D"/>
                </a:solidFill>
                <a:effectLst/>
              </a:rPr>
              <a:t>No entanto, a partir do processo em que essas 10 pessoas foram selecionadas, sabemos que era certo que </a:t>
            </a:r>
            <a:r>
              <a:rPr lang="pt-BR" sz="1600" b="0" i="0" dirty="0">
                <a:solidFill>
                  <a:schemeClr val="accent1"/>
                </a:solidFill>
                <a:effectLst/>
              </a:rPr>
              <a:t>acabaríamos com 10 pessoas para as quais previmos o cavalo vencedor três vezes seguidas. Não (e não precisamos) saber nada sobre os cavalos ou as corridas.</a:t>
            </a:r>
          </a:p>
          <a:p>
            <a:r>
              <a:rPr lang="pt-BR" sz="1600" b="0" i="0" dirty="0">
                <a:effectLst/>
              </a:rPr>
              <a:t>Tudo o que fizemos foi </a:t>
            </a:r>
            <a:r>
              <a:rPr lang="pt-BR" sz="1600" b="0" i="0" dirty="0">
                <a:solidFill>
                  <a:schemeClr val="accent1"/>
                </a:solidFill>
                <a:effectLst/>
              </a:rPr>
              <a:t>selecionar os sucessos</a:t>
            </a:r>
            <a:r>
              <a:rPr lang="pt-BR" sz="1600" b="0" i="0" dirty="0">
                <a:solidFill>
                  <a:srgbClr val="0D0D0D"/>
                </a:solidFill>
                <a:effectLst/>
              </a:rPr>
              <a:t>, ou seja, as pessoas para quem fizemos a previsão correta, e </a:t>
            </a:r>
            <a:r>
              <a:rPr lang="pt-BR" sz="1600" b="0" i="0" dirty="0">
                <a:solidFill>
                  <a:schemeClr val="accent1"/>
                </a:solidFill>
                <a:effectLst/>
              </a:rPr>
              <a:t>ignorar os fracassos</a:t>
            </a:r>
            <a:r>
              <a:rPr lang="pt-BR" sz="1600" b="0" i="0" dirty="0">
                <a:solidFill>
                  <a:srgbClr val="0D0D0D"/>
                </a:solidFill>
                <a:effectLst/>
              </a:rPr>
              <a:t>, ou seja, as pessoas para quem enviamos uma previsão errada. </a:t>
            </a:r>
          </a:p>
          <a:p>
            <a:r>
              <a:rPr lang="pt-BR" sz="1600" b="0" i="0" dirty="0">
                <a:solidFill>
                  <a:srgbClr val="0D0D0D"/>
                </a:solidFill>
                <a:effectLst/>
              </a:rPr>
              <a:t>A evolução funciona essencialmente da mesma maneira: ela se concentra nos sucessos (as formas de vida que sobrevivem e se reproduzem) e esquece os fracassos (as formas de vida que se extinguem). </a:t>
            </a:r>
          </a:p>
          <a:p>
            <a:r>
              <a:rPr lang="pt-BR" sz="1600" b="0" i="0" dirty="0">
                <a:solidFill>
                  <a:srgbClr val="0D0D0D"/>
                </a:solidFill>
                <a:effectLst/>
              </a:rPr>
              <a:t>Como tendemos a ignorar os fracassos - simplesmente porque não os vemos, já que não existem mais - subestimamos a probabilidade de ver um indivíduo complexo evoluído.</a:t>
            </a:r>
          </a:p>
          <a:p>
            <a:r>
              <a:rPr lang="pt-BR" sz="1600" b="0" i="0" dirty="0">
                <a:solidFill>
                  <a:srgbClr val="0D0D0D"/>
                </a:solidFill>
                <a:effectLst/>
              </a:rPr>
              <a:t>Além disso, temos dificuldade em imaginar o </a:t>
            </a:r>
            <a:r>
              <a:rPr lang="pt-BR" sz="1600" b="0" i="0" dirty="0">
                <a:solidFill>
                  <a:schemeClr val="accent1"/>
                </a:solidFill>
                <a:effectLst/>
              </a:rPr>
              <a:t>tempo</a:t>
            </a:r>
            <a:r>
              <a:rPr lang="pt-BR" sz="1600" b="0" i="0" dirty="0">
                <a:solidFill>
                  <a:srgbClr val="0D0D0D"/>
                </a:solidFill>
                <a:effectLst/>
              </a:rPr>
              <a:t> - na verdade, bilhões de anos - que passou desde que as primeiras células extremamente simples se reuniram. </a:t>
            </a:r>
            <a:endParaRPr lang="pt-BR" sz="1600" dirty="0"/>
          </a:p>
        </p:txBody>
      </p:sp>
      <p:pic>
        <p:nvPicPr>
          <p:cNvPr id="12290" name="Picture 2" descr="10 melhores pistas de corridas de cavalos do mundo">
            <a:extLst>
              <a:ext uri="{FF2B5EF4-FFF2-40B4-BE49-F238E27FC236}">
                <a16:creationId xmlns:a16="http://schemas.microsoft.com/office/drawing/2014/main" id="{BD68B578-3331-F8A2-1451-E194E019E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8598" y="4909447"/>
            <a:ext cx="1891836" cy="1258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555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5761F-0BC5-2EF1-5B71-C1B2DDACDC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5CD9EB-5365-EEF7-C2F4-0AEA1CEC65C9}"/>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C90D6C5B-BBAA-97B5-71D0-1B9FEDFEAFF7}"/>
              </a:ext>
            </a:extLst>
          </p:cNvPr>
          <p:cNvSpPr>
            <a:spLocks noGrp="1"/>
          </p:cNvSpPr>
          <p:nvPr>
            <p:ph/>
          </p:nvPr>
        </p:nvSpPr>
        <p:spPr>
          <a:xfrm>
            <a:off x="216569" y="2120039"/>
            <a:ext cx="5895473" cy="3977280"/>
          </a:xfrm>
        </p:spPr>
        <p:txBody>
          <a:bodyPr>
            <a:noAutofit/>
          </a:bodyPr>
          <a:lstStyle/>
          <a:p>
            <a:pPr marL="228600" indent="0">
              <a:buNone/>
            </a:pPr>
            <a:r>
              <a:rPr lang="pt-BR" sz="1600" b="0" i="0" dirty="0">
                <a:solidFill>
                  <a:srgbClr val="0D0D0D"/>
                </a:solidFill>
                <a:effectLst/>
                <a:latin typeface="+mj-lt"/>
                <a:ea typeface="Calibri" panose="020F0502020204030204" pitchFamily="34" charset="0"/>
                <a:cs typeface="Calibri" panose="020F0502020204030204" pitchFamily="34" charset="0"/>
              </a:rPr>
              <a:t>Nós até agora nos concentramos na evolução e mutação, mas existem outros exemplos de outros princípios da evolução biológica:</a:t>
            </a:r>
          </a:p>
          <a:p>
            <a:r>
              <a:rPr lang="pt-BR" sz="1600" b="1" i="0" dirty="0">
                <a:solidFill>
                  <a:srgbClr val="0D0D0D"/>
                </a:solidFill>
                <a:effectLst/>
                <a:latin typeface="+mj-lt"/>
              </a:rPr>
              <a:t>Diversidade</a:t>
            </a:r>
            <a:r>
              <a:rPr lang="pt-BR" sz="1600" b="0" i="0" dirty="0">
                <a:solidFill>
                  <a:srgbClr val="0D0D0D"/>
                </a:solidFill>
                <a:effectLst/>
                <a:latin typeface="+mj-lt"/>
              </a:rPr>
              <a:t>: Todas as formas de vida - até mesmo organismos da mesma espécie - diferem umas das outras, não apenas fisicamente, mas também em seu material genético (diversidade biológica ou diversidade de espécies). No entanto, as formas de vida atualmente existentes são apenas uma pequena fração das teoricamente possíveis</a:t>
            </a:r>
          </a:p>
          <a:p>
            <a:r>
              <a:rPr lang="pt-BR" sz="1600" b="1" i="0" dirty="0">
                <a:solidFill>
                  <a:srgbClr val="0D0D0D"/>
                </a:solidFill>
                <a:effectLst/>
                <a:latin typeface="+mj-lt"/>
              </a:rPr>
              <a:t>Variação</a:t>
            </a:r>
            <a:r>
              <a:rPr lang="pt-BR" sz="1600" b="0" i="0" dirty="0">
                <a:solidFill>
                  <a:srgbClr val="0D0D0D"/>
                </a:solidFill>
                <a:effectLst/>
                <a:latin typeface="+mj-lt"/>
              </a:rPr>
              <a:t>: Mutação e recombinação genética (na reprodução sexual) criam continuamente novas variantes. Essas novas variantes podem exibir uma nova combinação de características já existentes ou podem introduzir uma característica modificada e, portanto, nova</a:t>
            </a:r>
          </a:p>
          <a:p>
            <a:r>
              <a:rPr lang="pt-BR" sz="1600" b="1" i="0" dirty="0">
                <a:solidFill>
                  <a:srgbClr val="0D0D0D"/>
                </a:solidFill>
                <a:effectLst/>
                <a:latin typeface="+mj-lt"/>
              </a:rPr>
              <a:t>Hereditariedade</a:t>
            </a:r>
            <a:r>
              <a:rPr lang="pt-BR" sz="1600" b="0" i="0" dirty="0">
                <a:solidFill>
                  <a:srgbClr val="0D0D0D"/>
                </a:solidFill>
                <a:effectLst/>
                <a:latin typeface="+mj-lt"/>
              </a:rPr>
              <a:t>: Enquanto as variações entrarem na linha germinal, elas são hereditárias, ou seja, são geneticamente transmitidas para a próxima geração. No entanto, geralmente não há herança de características adquiridas (chamada Lamarckismo)</a:t>
            </a:r>
            <a:br>
              <a:rPr lang="pt-BR" sz="1600" b="0" i="0" dirty="0">
                <a:solidFill>
                  <a:srgbClr val="0D0D0D"/>
                </a:solidFill>
                <a:effectLst/>
                <a:latin typeface="+mj-lt"/>
              </a:rPr>
            </a:br>
            <a:br>
              <a:rPr lang="pt-BR" sz="1600" b="0" i="0" dirty="0">
                <a:solidFill>
                  <a:srgbClr val="0D0D0D"/>
                </a:solidFill>
                <a:effectLst/>
                <a:latin typeface="+mj-lt"/>
                <a:ea typeface="Calibri" panose="020F0502020204030204" pitchFamily="34" charset="0"/>
                <a:cs typeface="Calibri" panose="020F0502020204030204" pitchFamily="34" charset="0"/>
              </a:rPr>
            </a:br>
            <a:br>
              <a:rPr lang="pt-BR" sz="1600" b="0" i="0" dirty="0">
                <a:solidFill>
                  <a:srgbClr val="0D0D0D"/>
                </a:solidFill>
                <a:effectLst/>
                <a:latin typeface="+mj-lt"/>
                <a:ea typeface="Calibri" panose="020F0502020204030204" pitchFamily="34" charset="0"/>
                <a:cs typeface="Calibri" panose="020F0502020204030204" pitchFamily="34" charset="0"/>
              </a:rPr>
            </a:br>
            <a:endParaRPr lang="pt-BR" sz="1600" dirty="0">
              <a:latin typeface="+mj-lt"/>
              <a:ea typeface="Calibri" panose="020F0502020204030204" pitchFamily="34" charset="0"/>
              <a:cs typeface="Calibri" panose="020F0502020204030204" pitchFamily="34" charset="0"/>
            </a:endParaRPr>
          </a:p>
          <a:p>
            <a:endParaRPr lang="pt-BR" sz="1600" dirty="0">
              <a:latin typeface="+mj-lt"/>
            </a:endParaRPr>
          </a:p>
        </p:txBody>
      </p:sp>
      <p:pic>
        <p:nvPicPr>
          <p:cNvPr id="13314" name="Picture 2" descr="Diversidade dos seres vivos e ontogenia – Casa da Ciência">
            <a:extLst>
              <a:ext uri="{FF2B5EF4-FFF2-40B4-BE49-F238E27FC236}">
                <a16:creationId xmlns:a16="http://schemas.microsoft.com/office/drawing/2014/main" id="{F4E27D58-0233-8254-43D1-BA8E97297D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2075" y="3094171"/>
            <a:ext cx="2705356" cy="2029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226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41AA-FA35-E50F-9B59-E65F972D59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B38F55-AE14-D4A7-490E-5265C7DAF803}"/>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A078B526-2220-F75D-F1EC-9748C35D8198}"/>
              </a:ext>
            </a:extLst>
          </p:cNvPr>
          <p:cNvSpPr>
            <a:spLocks noGrp="1"/>
          </p:cNvSpPr>
          <p:nvPr>
            <p:ph/>
          </p:nvPr>
        </p:nvSpPr>
        <p:spPr>
          <a:xfrm>
            <a:off x="96254" y="1604520"/>
            <a:ext cx="5414209" cy="3977280"/>
          </a:xfrm>
        </p:spPr>
        <p:txBody>
          <a:bodyPr>
            <a:noAutofit/>
          </a:bodyPr>
          <a:lstStyle/>
          <a:p>
            <a:pPr marL="228600" indent="0">
              <a:buNone/>
            </a:pPr>
            <a:r>
              <a:rPr lang="pt-BR" sz="1600" b="0" i="0" dirty="0">
                <a:solidFill>
                  <a:srgbClr val="0D0D0D"/>
                </a:solidFill>
                <a:effectLst/>
                <a:ea typeface="Calibri" panose="020F0502020204030204" pitchFamily="34" charset="0"/>
                <a:cs typeface="Calibri" panose="020F0502020204030204" pitchFamily="34" charset="0"/>
              </a:rPr>
              <a:t>Exemplos de outros princípios da evolução biológica:</a:t>
            </a:r>
            <a:endParaRPr lang="pt-BR" sz="1600" dirty="0">
              <a:solidFill>
                <a:srgbClr val="0D0D0D"/>
              </a:solidFill>
              <a:ea typeface="Calibri" panose="020F0502020204030204" pitchFamily="34" charset="0"/>
              <a:cs typeface="Calibri" panose="020F0502020204030204" pitchFamily="34" charset="0"/>
            </a:endParaRPr>
          </a:p>
          <a:p>
            <a:r>
              <a:rPr lang="pt-BR" sz="1600" b="1" i="0" dirty="0">
                <a:solidFill>
                  <a:srgbClr val="0D0D0D"/>
                </a:solidFill>
                <a:effectLst/>
              </a:rPr>
              <a:t>Especiação</a:t>
            </a:r>
            <a:r>
              <a:rPr lang="pt-BR" sz="1600" b="0" i="0" dirty="0">
                <a:solidFill>
                  <a:srgbClr val="0D0D0D"/>
                </a:solidFill>
                <a:effectLst/>
              </a:rPr>
              <a:t>: Indivíduos e populações divergem geneticamente. Assim, novas espécies são criadas uma vez que seus membros não podem mais se cruzar. A especiação dá à "árvore genealógica" filogenética sua estrutura ramificada característica</a:t>
            </a:r>
          </a:p>
          <a:p>
            <a:r>
              <a:rPr lang="pt-BR" sz="1600" b="1" i="0" dirty="0">
                <a:solidFill>
                  <a:srgbClr val="0D0D0D"/>
                </a:solidFill>
                <a:effectLst/>
              </a:rPr>
              <a:t>Excesso de natalidade / superprodução</a:t>
            </a:r>
            <a:r>
              <a:rPr lang="pt-BR" sz="1600" b="0" i="0" dirty="0">
                <a:solidFill>
                  <a:srgbClr val="0D0D0D"/>
                </a:solidFill>
                <a:effectLst/>
              </a:rPr>
              <a:t>: Quase todas as formas de vida produzem mais descendentes do que podem amadurecer o suficiente para se reproduzir</a:t>
            </a:r>
          </a:p>
          <a:p>
            <a:r>
              <a:rPr lang="pt-BR" sz="1600" b="1" i="0" dirty="0">
                <a:solidFill>
                  <a:srgbClr val="0D0D0D"/>
                </a:solidFill>
                <a:effectLst/>
              </a:rPr>
              <a:t>Adaptação / Seleção Natural / Reprodução Diferencial</a:t>
            </a:r>
            <a:r>
              <a:rPr lang="pt-BR" sz="1600" b="0" i="0" dirty="0">
                <a:solidFill>
                  <a:srgbClr val="0D0D0D"/>
                </a:solidFill>
                <a:effectLst/>
              </a:rPr>
              <a:t>: Em média, os sobreviventes de uma população exibem variações hereditárias que aumentam sua adaptação ao ambiente local. A expressão de Herbert Spencer "sobrevivência do mais apto" é bastante enganosa; preferimos falar de reprodução diferencial devido à aptidão diferente, pois a mera sobrevivência sem descendência é obviamente sem efeito a longo prazo, especialmente porque a maioria dos organismos tem uma vida limitada.</a:t>
            </a:r>
            <a:br>
              <a:rPr lang="pt-BR" sz="1600" b="0" i="0" dirty="0">
                <a:solidFill>
                  <a:srgbClr val="0D0D0D"/>
                </a:solidFill>
                <a:effectLst/>
              </a:rPr>
            </a:br>
            <a:br>
              <a:rPr lang="pt-BR" sz="1600" b="0" i="0" dirty="0">
                <a:solidFill>
                  <a:srgbClr val="0D0D0D"/>
                </a:solidFill>
                <a:effectLst/>
                <a:ea typeface="Calibri" panose="020F0502020204030204" pitchFamily="34" charset="0"/>
                <a:cs typeface="Calibri" panose="020F0502020204030204" pitchFamily="34" charset="0"/>
              </a:rPr>
            </a:br>
            <a:endParaRPr lang="pt-BR" sz="1600" dirty="0">
              <a:ea typeface="Calibri" panose="020F0502020204030204" pitchFamily="34" charset="0"/>
              <a:cs typeface="Calibri" panose="020F0502020204030204" pitchFamily="34" charset="0"/>
            </a:endParaRPr>
          </a:p>
          <a:p>
            <a:endParaRPr lang="pt-BR" sz="1600" dirty="0"/>
          </a:p>
        </p:txBody>
      </p:sp>
      <p:pic>
        <p:nvPicPr>
          <p:cNvPr id="14338" name="Picture 2" descr="Difference Between Natural Selection and Evolution | Definition, Features,  Examples">
            <a:extLst>
              <a:ext uri="{FF2B5EF4-FFF2-40B4-BE49-F238E27FC236}">
                <a16:creationId xmlns:a16="http://schemas.microsoft.com/office/drawing/2014/main" id="{D83FD70E-4629-EB09-50D3-892535142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0937" y="2700236"/>
            <a:ext cx="3272589"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35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D795-ADDA-AD63-19F9-DCE0A9068C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4F9E9A-A26A-4A3B-F222-0F42B2B1CC25}"/>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581D175C-A225-317C-72B8-76ED18D4B7EF}"/>
              </a:ext>
            </a:extLst>
          </p:cNvPr>
          <p:cNvSpPr>
            <a:spLocks noGrp="1"/>
          </p:cNvSpPr>
          <p:nvPr>
            <p:ph/>
          </p:nvPr>
        </p:nvSpPr>
        <p:spPr>
          <a:xfrm>
            <a:off x="0" y="1604520"/>
            <a:ext cx="5390147" cy="3977280"/>
          </a:xfrm>
        </p:spPr>
        <p:txBody>
          <a:bodyPr>
            <a:noAutofit/>
          </a:bodyPr>
          <a:lstStyle/>
          <a:p>
            <a:pPr marL="228600" indent="0">
              <a:buNone/>
            </a:pPr>
            <a:r>
              <a:rPr lang="pt-BR" sz="1600" b="0" i="0" dirty="0">
                <a:solidFill>
                  <a:srgbClr val="0D0D0D"/>
                </a:solidFill>
                <a:effectLst/>
                <a:ea typeface="Calibri" panose="020F0502020204030204" pitchFamily="34" charset="0"/>
                <a:cs typeface="Calibri" panose="020F0502020204030204" pitchFamily="34" charset="0"/>
              </a:rPr>
              <a:t>Exemplos de outros princípios da evolução biológica:</a:t>
            </a:r>
            <a:br>
              <a:rPr lang="pt-BR" sz="1600" b="0" i="0" dirty="0">
                <a:solidFill>
                  <a:srgbClr val="0D0D0D"/>
                </a:solidFill>
                <a:effectLst/>
                <a:ea typeface="Calibri" panose="020F0502020204030204" pitchFamily="34" charset="0"/>
                <a:cs typeface="Calibri" panose="020F0502020204030204" pitchFamily="34" charset="0"/>
              </a:rPr>
            </a:br>
            <a:endParaRPr lang="pt-BR" sz="1600" b="0" i="0" dirty="0">
              <a:solidFill>
                <a:srgbClr val="0D0D0D"/>
              </a:solidFill>
              <a:effectLst/>
              <a:ea typeface="Calibri" panose="020F0502020204030204" pitchFamily="34" charset="0"/>
              <a:cs typeface="Calibri" panose="020F0502020204030204" pitchFamily="34" charset="0"/>
            </a:endParaRPr>
          </a:p>
          <a:p>
            <a:r>
              <a:rPr lang="pt-BR" sz="1600" b="1" i="0" dirty="0">
                <a:solidFill>
                  <a:srgbClr val="0D0D0D"/>
                </a:solidFill>
                <a:effectLst/>
              </a:rPr>
              <a:t>Aleatoriedade / Variação Cega</a:t>
            </a:r>
            <a:r>
              <a:rPr lang="pt-BR" sz="1600" b="0" i="0" dirty="0">
                <a:solidFill>
                  <a:srgbClr val="0D0D0D"/>
                </a:solidFill>
                <a:effectLst/>
              </a:rPr>
              <a:t>: As variações são aleatórias. Embora sejam desencadeadas, iniciadas ou causadas por algo, elas não favorecem certas características ou adaptações benéficas. Nesse sentido, são não-teológicas.</a:t>
            </a:r>
            <a:br>
              <a:rPr lang="pt-BR" sz="1600" b="0" i="0" dirty="0">
                <a:solidFill>
                  <a:srgbClr val="0D0D0D"/>
                </a:solidFill>
                <a:effectLst/>
              </a:rPr>
            </a:br>
            <a:endParaRPr lang="pt-BR" sz="1600" b="0" i="0" dirty="0">
              <a:solidFill>
                <a:srgbClr val="0D0D0D"/>
              </a:solidFill>
              <a:effectLst/>
            </a:endParaRPr>
          </a:p>
          <a:p>
            <a:r>
              <a:rPr lang="pt-BR" sz="1600" b="1" i="0" dirty="0">
                <a:solidFill>
                  <a:srgbClr val="0D0D0D"/>
                </a:solidFill>
                <a:effectLst/>
              </a:rPr>
              <a:t>Gradualismo</a:t>
            </a:r>
            <a:r>
              <a:rPr lang="pt-BR" sz="1600" b="0" i="0" dirty="0">
                <a:solidFill>
                  <a:srgbClr val="0D0D0D"/>
                </a:solidFill>
                <a:effectLst/>
              </a:rPr>
              <a:t>: As variações ocorrem em etapas comparativamente pequenas, conforme medido pelo conteúdo de informação completo (entropia) ou pela complexidade de um organismo. Assim, as mudanças filogenéticas são graduais e relativamente lentas.</a:t>
            </a:r>
            <a:br>
              <a:rPr lang="pt-BR" sz="1600" b="0" i="0" dirty="0">
                <a:solidFill>
                  <a:srgbClr val="0D0D0D"/>
                </a:solidFill>
                <a:effectLst/>
              </a:rPr>
            </a:br>
            <a:endParaRPr lang="pt-BR" sz="1600" b="0" i="0" dirty="0">
              <a:solidFill>
                <a:srgbClr val="0D0D0D"/>
              </a:solidFill>
              <a:effectLst/>
            </a:endParaRPr>
          </a:p>
          <a:p>
            <a:r>
              <a:rPr lang="pt-BR" sz="1600" b="1" i="0" dirty="0">
                <a:solidFill>
                  <a:srgbClr val="0D0D0D"/>
                </a:solidFill>
                <a:effectLst/>
              </a:rPr>
              <a:t>Evolução / Transmutação / Herança com Modificação</a:t>
            </a:r>
            <a:r>
              <a:rPr lang="pt-BR" sz="1600" b="0" i="0" dirty="0">
                <a:solidFill>
                  <a:srgbClr val="0D0D0D"/>
                </a:solidFill>
                <a:effectLst/>
              </a:rPr>
              <a:t>: Devido à adaptação ao ambiente, as espécies não são imutáveis. Elas evoluem ao longo do tempo. Portanto, a teoria da evolução se opõe ao criacionismo, que afirma que as espécies são imutáveis.</a:t>
            </a:r>
            <a:br>
              <a:rPr lang="pt-BR" sz="1600" b="0" i="0" dirty="0">
                <a:solidFill>
                  <a:srgbClr val="0D0D0D"/>
                </a:solidFill>
                <a:effectLst/>
              </a:rPr>
            </a:br>
            <a:br>
              <a:rPr lang="pt-BR" sz="1600" b="0" i="0" dirty="0">
                <a:solidFill>
                  <a:srgbClr val="0D0D0D"/>
                </a:solidFill>
                <a:effectLst/>
                <a:ea typeface="Calibri" panose="020F0502020204030204" pitchFamily="34" charset="0"/>
                <a:cs typeface="Calibri" panose="020F0502020204030204" pitchFamily="34" charset="0"/>
              </a:rPr>
            </a:br>
            <a:br>
              <a:rPr lang="pt-BR" sz="1600" b="0" i="0" dirty="0">
                <a:solidFill>
                  <a:srgbClr val="0D0D0D"/>
                </a:solidFill>
                <a:effectLst/>
                <a:ea typeface="Calibri" panose="020F0502020204030204" pitchFamily="34" charset="0"/>
                <a:cs typeface="Calibri" panose="020F0502020204030204" pitchFamily="34" charset="0"/>
              </a:rPr>
            </a:br>
            <a:endParaRPr lang="pt-BR" sz="1600" dirty="0">
              <a:ea typeface="Calibri" panose="020F0502020204030204" pitchFamily="34" charset="0"/>
              <a:cs typeface="Calibri" panose="020F0502020204030204" pitchFamily="34" charset="0"/>
            </a:endParaRPr>
          </a:p>
          <a:p>
            <a:endParaRPr lang="pt-BR" sz="1600" dirty="0"/>
          </a:p>
        </p:txBody>
      </p:sp>
      <p:pic>
        <p:nvPicPr>
          <p:cNvPr id="15362" name="Picture 2" descr="Mapa Conceitual da Evolução: Conceito, Teorias e Padrões">
            <a:extLst>
              <a:ext uri="{FF2B5EF4-FFF2-40B4-BE49-F238E27FC236}">
                <a16:creationId xmlns:a16="http://schemas.microsoft.com/office/drawing/2014/main" id="{868D4B90-ACF7-A71A-3E99-A3C00E050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0620" y="2574758"/>
            <a:ext cx="3573379" cy="2611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80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0C86C-0C0B-3446-1674-11CF37CAC9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FDF0E3-D0E5-37A8-5FFE-E7B16B16E024}"/>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CE5BE7F2-D4BD-CBDF-B195-824AC1BE0F47}"/>
              </a:ext>
            </a:extLst>
          </p:cNvPr>
          <p:cNvSpPr>
            <a:spLocks noGrp="1"/>
          </p:cNvSpPr>
          <p:nvPr>
            <p:ph/>
          </p:nvPr>
        </p:nvSpPr>
        <p:spPr>
          <a:xfrm>
            <a:off x="457200" y="1604520"/>
            <a:ext cx="5979695" cy="3977280"/>
          </a:xfrm>
        </p:spPr>
        <p:txBody>
          <a:bodyPr>
            <a:noAutofit/>
          </a:bodyPr>
          <a:lstStyle/>
          <a:p>
            <a:pPr marL="228600" indent="0">
              <a:buNone/>
            </a:pPr>
            <a:r>
              <a:rPr lang="pt-BR" sz="1400" b="0" i="0" dirty="0">
                <a:solidFill>
                  <a:srgbClr val="0D0D0D"/>
                </a:solidFill>
                <a:effectLst/>
                <a:latin typeface="+mj-lt"/>
                <a:ea typeface="Calibri" panose="020F0502020204030204" pitchFamily="34" charset="0"/>
                <a:cs typeface="Calibri" panose="020F0502020204030204" pitchFamily="34" charset="0"/>
              </a:rPr>
              <a:t>Exemplos de outros princípios da evolução biológica:</a:t>
            </a:r>
            <a:endParaRPr lang="pt-BR" sz="1400" dirty="0">
              <a:solidFill>
                <a:srgbClr val="0D0D0D"/>
              </a:solidFill>
              <a:latin typeface="+mj-lt"/>
              <a:ea typeface="Calibri" panose="020F0502020204030204" pitchFamily="34" charset="0"/>
              <a:cs typeface="Calibri" panose="020F0502020204030204" pitchFamily="34" charset="0"/>
            </a:endParaRPr>
          </a:p>
          <a:p>
            <a:r>
              <a:rPr lang="pt-BR" sz="1400" b="1" i="0" dirty="0">
                <a:solidFill>
                  <a:srgbClr val="0D0D0D"/>
                </a:solidFill>
                <a:effectLst/>
                <a:latin typeface="+mj-lt"/>
              </a:rPr>
              <a:t>Unidades Genéticas Discretas</a:t>
            </a:r>
            <a:r>
              <a:rPr lang="pt-BR" sz="1400" b="0" i="0" dirty="0">
                <a:solidFill>
                  <a:srgbClr val="0D0D0D"/>
                </a:solidFill>
                <a:effectLst/>
                <a:latin typeface="+mj-lt"/>
              </a:rPr>
              <a:t>: As informações genéticas são armazenadas, transferidas e alteradas em unidades discretas ("atômicas"), ou seja, indivisíveis. Não há mistura contínua de características hereditárias. </a:t>
            </a:r>
          </a:p>
          <a:p>
            <a:r>
              <a:rPr lang="pt-BR" sz="1400" b="1" i="0" dirty="0">
                <a:solidFill>
                  <a:srgbClr val="0D0D0D"/>
                </a:solidFill>
                <a:effectLst/>
                <a:latin typeface="+mj-lt"/>
              </a:rPr>
              <a:t>Oportunismo</a:t>
            </a:r>
            <a:r>
              <a:rPr lang="pt-BR" sz="1400" b="0" i="0" dirty="0">
                <a:solidFill>
                  <a:srgbClr val="0D0D0D"/>
                </a:solidFill>
                <a:effectLst/>
                <a:latin typeface="+mj-lt"/>
              </a:rPr>
              <a:t>: Os processos de evolução são extremamente oportunistas. Eles trabalham exclusivamente com o que está presente e não com o que já foi ou poderia ser. Melhores ou soluções ótimas não são encontradas se as etapas intermediárias exibirem certos impedimentos de aptidão.</a:t>
            </a:r>
          </a:p>
          <a:p>
            <a:r>
              <a:rPr lang="pt-BR" sz="1400" b="1" i="0" dirty="0">
                <a:solidFill>
                  <a:srgbClr val="0D0D0D"/>
                </a:solidFill>
                <a:effectLst/>
                <a:latin typeface="+mj-lt"/>
              </a:rPr>
              <a:t>Princípios Estratégicos de Evolução</a:t>
            </a:r>
            <a:r>
              <a:rPr lang="pt-BR" sz="1400" b="0" i="0" dirty="0">
                <a:solidFill>
                  <a:srgbClr val="0D0D0D"/>
                </a:solidFill>
                <a:effectLst/>
                <a:latin typeface="+mj-lt"/>
              </a:rPr>
              <a:t>: Não apenas os organismos são otimizados, mas também os mecanismos de evolução. Isso inclui parâmetros como taxas de reprodução e mortalidade, expectativas de vida, vulnerabilidade a mutações, tamanhos de passos de mutação, velocidade evolutiva, etc.</a:t>
            </a:r>
          </a:p>
          <a:p>
            <a:r>
              <a:rPr lang="pt-BR" sz="1400" b="1" i="0" dirty="0">
                <a:solidFill>
                  <a:srgbClr val="0D0D0D"/>
                </a:solidFill>
                <a:effectLst/>
                <a:latin typeface="+mj-lt"/>
              </a:rPr>
              <a:t>Nichos Ecológicos</a:t>
            </a:r>
            <a:r>
              <a:rPr lang="pt-BR" sz="1400" b="0" i="0" dirty="0">
                <a:solidFill>
                  <a:srgbClr val="0D0D0D"/>
                </a:solidFill>
                <a:effectLst/>
                <a:latin typeface="+mj-lt"/>
              </a:rPr>
              <a:t>: Espécies competitivas podem se tolerar mutuamente se ocuparem diferentes nichos ecológicos (em um sentido mais amplo) ou até mesmo os criarem. Esta é a única maneira pela qual a diversidade biológica observável das espécies é possível, apesar da competição e da seleção natural.</a:t>
            </a:r>
            <a:br>
              <a:rPr lang="pt-BR" sz="1400" b="0" i="0" dirty="0">
                <a:solidFill>
                  <a:srgbClr val="0D0D0D"/>
                </a:solidFill>
                <a:effectLst/>
                <a:latin typeface="+mj-lt"/>
              </a:rPr>
            </a:br>
            <a:endParaRPr lang="pt-BR" sz="1400" dirty="0">
              <a:latin typeface="+mj-lt"/>
              <a:ea typeface="Calibri" panose="020F0502020204030204" pitchFamily="34" charset="0"/>
              <a:cs typeface="Calibri" panose="020F0502020204030204" pitchFamily="34" charset="0"/>
            </a:endParaRPr>
          </a:p>
          <a:p>
            <a:endParaRPr lang="pt-BR" sz="1400" dirty="0">
              <a:latin typeface="+mj-lt"/>
            </a:endParaRPr>
          </a:p>
        </p:txBody>
      </p:sp>
      <p:pic>
        <p:nvPicPr>
          <p:cNvPr id="16386" name="Picture 2" descr="Teoria da evolução: o que é, teorias, resumo - Biologia Net">
            <a:extLst>
              <a:ext uri="{FF2B5EF4-FFF2-40B4-BE49-F238E27FC236}">
                <a16:creationId xmlns:a16="http://schemas.microsoft.com/office/drawing/2014/main" id="{A8961836-C22A-5FE5-460E-8E13432CF0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674" y="2990336"/>
            <a:ext cx="2036527" cy="2070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74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D8546-8A3E-2CF8-0EDA-C544B5F80C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2A3524-37EE-8DE4-94A3-54318AB3B125}"/>
              </a:ext>
            </a:extLst>
          </p:cNvPr>
          <p:cNvSpPr>
            <a:spLocks noGrp="1"/>
          </p:cNvSpPr>
          <p:nvPr>
            <p:ph type="title"/>
          </p:nvPr>
        </p:nvSpPr>
        <p:spPr/>
        <p:txBody>
          <a:bodyPr/>
          <a:lstStyle/>
          <a:p>
            <a:r>
              <a:rPr lang="pt-BR" sz="3600" dirty="0">
                <a:solidFill>
                  <a:schemeClr val="tx2">
                    <a:lumMod val="40000"/>
                    <a:lumOff val="60000"/>
                  </a:schemeClr>
                </a:solidFill>
              </a:rPr>
              <a:t>Evolução Biológica</a:t>
            </a:r>
          </a:p>
        </p:txBody>
      </p:sp>
      <p:sp>
        <p:nvSpPr>
          <p:cNvPr id="3" name="Espaço Reservado para Conteúdo 2">
            <a:extLst>
              <a:ext uri="{FF2B5EF4-FFF2-40B4-BE49-F238E27FC236}">
                <a16:creationId xmlns:a16="http://schemas.microsoft.com/office/drawing/2014/main" id="{E989E63C-9D16-2673-04ED-802D08E4151E}"/>
              </a:ext>
            </a:extLst>
          </p:cNvPr>
          <p:cNvSpPr>
            <a:spLocks noGrp="1"/>
          </p:cNvSpPr>
          <p:nvPr>
            <p:ph/>
          </p:nvPr>
        </p:nvSpPr>
        <p:spPr>
          <a:xfrm>
            <a:off x="457200" y="1604520"/>
            <a:ext cx="4656221" cy="3977280"/>
          </a:xfrm>
        </p:spPr>
        <p:txBody>
          <a:bodyPr>
            <a:normAutofit/>
          </a:bodyPr>
          <a:lstStyle/>
          <a:p>
            <a:pPr marL="228600" indent="0">
              <a:buNone/>
            </a:pPr>
            <a:r>
              <a:rPr lang="pt-BR" sz="1600" b="0" i="0" dirty="0">
                <a:solidFill>
                  <a:srgbClr val="0D0D0D"/>
                </a:solidFill>
                <a:effectLst/>
                <a:ea typeface="Calibri" panose="020F0502020204030204" pitchFamily="34" charset="0"/>
                <a:cs typeface="Calibri" panose="020F0502020204030204" pitchFamily="34" charset="0"/>
              </a:rPr>
              <a:t>Exemplos de outros princípios da evolução biológica:</a:t>
            </a:r>
            <a:endParaRPr lang="pt-BR" sz="1600" dirty="0">
              <a:solidFill>
                <a:srgbClr val="0D0D0D"/>
              </a:solidFill>
              <a:ea typeface="Calibri" panose="020F0502020204030204" pitchFamily="34" charset="0"/>
              <a:cs typeface="Calibri" panose="020F0502020204030204" pitchFamily="34" charset="0"/>
            </a:endParaRPr>
          </a:p>
          <a:p>
            <a:r>
              <a:rPr lang="pt-BR" sz="1600" b="1" i="0" dirty="0">
                <a:solidFill>
                  <a:srgbClr val="0D0D0D"/>
                </a:solidFill>
                <a:effectLst/>
              </a:rPr>
              <a:t>Irreversibilidade</a:t>
            </a:r>
            <a:r>
              <a:rPr lang="pt-BR" sz="1600" b="0" i="0" dirty="0">
                <a:solidFill>
                  <a:srgbClr val="0D0D0D"/>
                </a:solidFill>
                <a:effectLst/>
              </a:rPr>
              <a:t>: O curso da evolução é irreversível e irrepetível</a:t>
            </a:r>
          </a:p>
          <a:p>
            <a:r>
              <a:rPr lang="pt-BR" sz="1600" b="1" i="0" dirty="0">
                <a:solidFill>
                  <a:srgbClr val="0D0D0D"/>
                </a:solidFill>
                <a:effectLst/>
              </a:rPr>
              <a:t>Imprevisibilidade</a:t>
            </a:r>
            <a:r>
              <a:rPr lang="pt-BR" sz="1600" b="0" i="0" dirty="0">
                <a:solidFill>
                  <a:srgbClr val="0D0D0D"/>
                </a:solidFill>
                <a:effectLst/>
              </a:rPr>
              <a:t>: O curso da evolução não é determinado, nem programado, nem intencional e, portanto, não é previsível</a:t>
            </a:r>
          </a:p>
          <a:p>
            <a:r>
              <a:rPr lang="pt-BR" sz="1600" b="1" i="0" dirty="0">
                <a:solidFill>
                  <a:srgbClr val="0D0D0D"/>
                </a:solidFill>
                <a:effectLst/>
              </a:rPr>
              <a:t>Aumento da Complexidade</a:t>
            </a:r>
            <a:r>
              <a:rPr lang="pt-BR" sz="1600" b="0" i="0" dirty="0">
                <a:solidFill>
                  <a:srgbClr val="0D0D0D"/>
                </a:solidFill>
                <a:effectLst/>
              </a:rPr>
              <a:t>: A evolução biológica levou a sistemas cada vez mais complexos. No entanto, um problema em aberto na biologia evolutiva é a questão de como podemos realmente medir a complexidade das formas de vida.</a:t>
            </a:r>
            <a:br>
              <a:rPr lang="pt-BR" sz="1600" b="0" i="0" dirty="0">
                <a:solidFill>
                  <a:srgbClr val="0D0D0D"/>
                </a:solidFill>
                <a:effectLst/>
              </a:rPr>
            </a:br>
            <a:br>
              <a:rPr lang="pt-BR" sz="1600" b="0" i="0" dirty="0">
                <a:solidFill>
                  <a:srgbClr val="0D0D0D"/>
                </a:solidFill>
                <a:effectLst/>
                <a:ea typeface="Calibri" panose="020F0502020204030204" pitchFamily="34" charset="0"/>
                <a:cs typeface="Calibri" panose="020F0502020204030204" pitchFamily="34" charset="0"/>
              </a:rPr>
            </a:br>
            <a:br>
              <a:rPr lang="pt-BR" sz="1600" b="0" i="0" dirty="0">
                <a:solidFill>
                  <a:srgbClr val="0D0D0D"/>
                </a:solidFill>
                <a:effectLst/>
                <a:ea typeface="Calibri" panose="020F0502020204030204" pitchFamily="34" charset="0"/>
                <a:cs typeface="Calibri" panose="020F0502020204030204" pitchFamily="34" charset="0"/>
              </a:rPr>
            </a:br>
            <a:endParaRPr lang="pt-BR" sz="1600" dirty="0">
              <a:ea typeface="Calibri" panose="020F0502020204030204" pitchFamily="34" charset="0"/>
              <a:cs typeface="Calibri" panose="020F0502020204030204" pitchFamily="34" charset="0"/>
            </a:endParaRPr>
          </a:p>
          <a:p>
            <a:endParaRPr lang="pt-BR" sz="1600" dirty="0"/>
          </a:p>
        </p:txBody>
      </p:sp>
      <p:pic>
        <p:nvPicPr>
          <p:cNvPr id="17410" name="Picture 2" descr="Evolução - A complexidade conceitual | PPT">
            <a:extLst>
              <a:ext uri="{FF2B5EF4-FFF2-40B4-BE49-F238E27FC236}">
                <a16:creationId xmlns:a16="http://schemas.microsoft.com/office/drawing/2014/main" id="{E5049F59-FA85-D563-F284-3847CA4C3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440" y="2418347"/>
            <a:ext cx="3048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94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4B2F8-C9FB-C925-09F7-44F1D65C97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E95D9C-683C-3CB6-253B-FC931A1C167E}"/>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Conclusão</a:t>
            </a:r>
          </a:p>
        </p:txBody>
      </p:sp>
      <p:sp>
        <p:nvSpPr>
          <p:cNvPr id="5" name="Título 4">
            <a:extLst>
              <a:ext uri="{FF2B5EF4-FFF2-40B4-BE49-F238E27FC236}">
                <a16:creationId xmlns:a16="http://schemas.microsoft.com/office/drawing/2014/main" id="{43DE6666-6313-7075-8BF3-52801E901164}"/>
              </a:ext>
            </a:extLst>
          </p:cNvPr>
          <p:cNvSpPr>
            <a:spLocks noGrp="1"/>
          </p:cNvSpPr>
          <p:nvPr>
            <p:ph type="title"/>
          </p:nvPr>
        </p:nvSpPr>
        <p:spPr>
          <a:xfrm>
            <a:off x="457380" y="1720675"/>
            <a:ext cx="8229240" cy="1144800"/>
          </a:xfrm>
        </p:spPr>
        <p:txBody>
          <a:bodyPr/>
          <a:lstStyle/>
          <a:p>
            <a:pPr algn="just"/>
            <a:r>
              <a:rPr lang="pt-BR" sz="1800"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Agora que entendemos e relembramos todos esses conceitos sobre otimização, </a:t>
            </a:r>
            <a:r>
              <a:rPr lang="pt-BR" sz="1800" b="0" i="0" dirty="0" err="1">
                <a:solidFill>
                  <a:srgbClr val="0D0D0D"/>
                </a:solidFill>
                <a:effectLst/>
                <a:latin typeface="Calibri" panose="020F0502020204030204" pitchFamily="34" charset="0"/>
                <a:ea typeface="Calibri" panose="020F0502020204030204" pitchFamily="34" charset="0"/>
                <a:cs typeface="Calibri" panose="020F0502020204030204" pitchFamily="34" charset="0"/>
              </a:rPr>
              <a:t>metaheurísticas</a:t>
            </a:r>
            <a:r>
              <a:rPr lang="pt-BR" sz="1800" b="0"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e evolução biológica, podemos conhecer mai</a:t>
            </a:r>
            <a:r>
              <a:rPr lang="pt-BR" sz="1800" dirty="0">
                <a:solidFill>
                  <a:srgbClr val="0D0D0D"/>
                </a:solidFill>
                <a:latin typeface="Calibri" panose="020F0502020204030204" pitchFamily="34" charset="0"/>
                <a:ea typeface="Calibri" panose="020F0502020204030204" pitchFamily="34" charset="0"/>
                <a:cs typeface="Calibri" panose="020F0502020204030204" pitchFamily="34" charset="0"/>
              </a:rPr>
              <a:t>s de perto os algoritmos de computação evolutiva!</a:t>
            </a:r>
            <a:endParaRPr lang="pt-BR"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3394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C22E-1FE4-430D-56E0-DF3E7D57E3C9}"/>
            </a:ext>
          </a:extLst>
        </p:cNvPr>
        <p:cNvGrpSpPr/>
        <p:nvPr/>
      </p:nvGrpSpPr>
      <p:grpSpPr>
        <a:xfrm>
          <a:off x="0" y="0"/>
          <a:ext cx="0" cy="0"/>
          <a:chOff x="0" y="0"/>
          <a:chExt cx="0" cy="0"/>
        </a:xfrm>
      </p:grpSpPr>
      <p:sp>
        <p:nvSpPr>
          <p:cNvPr id="89" name="Retângulo 88">
            <a:extLst>
              <a:ext uri="{FF2B5EF4-FFF2-40B4-BE49-F238E27FC236}">
                <a16:creationId xmlns:a16="http://schemas.microsoft.com/office/drawing/2014/main" id="{77B7B254-C6D6-AA10-6F7C-B799F62F0715}"/>
              </a:ext>
            </a:extLst>
          </p:cNvPr>
          <p:cNvSpPr/>
          <p:nvPr/>
        </p:nvSpPr>
        <p:spPr>
          <a:xfrm>
            <a:off x="685800" y="754200"/>
            <a:ext cx="7771320" cy="65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3200" b="0" strike="noStrike" spc="-1" dirty="0">
                <a:solidFill>
                  <a:schemeClr val="tx2">
                    <a:lumMod val="40000"/>
                    <a:lumOff val="60000"/>
                  </a:schemeClr>
                </a:solidFill>
                <a:latin typeface="Arial"/>
                <a:ea typeface="DejaVu Sans"/>
              </a:rPr>
              <a:t>Referências</a:t>
            </a:r>
            <a:endParaRPr lang="pt-BR" sz="3200" b="0" strike="noStrike" spc="-1" dirty="0">
              <a:solidFill>
                <a:schemeClr val="tx2">
                  <a:lumMod val="40000"/>
                  <a:lumOff val="60000"/>
                </a:schemeClr>
              </a:solidFill>
              <a:latin typeface="Arial"/>
            </a:endParaRPr>
          </a:p>
        </p:txBody>
      </p:sp>
      <p:sp>
        <p:nvSpPr>
          <p:cNvPr id="90" name="Retângulo 89">
            <a:extLst>
              <a:ext uri="{FF2B5EF4-FFF2-40B4-BE49-F238E27FC236}">
                <a16:creationId xmlns:a16="http://schemas.microsoft.com/office/drawing/2014/main" id="{811516D9-AB0A-EEBA-7DE2-B8CBBECCB4BE}"/>
              </a:ext>
            </a:extLst>
          </p:cNvPr>
          <p:cNvSpPr/>
          <p:nvPr/>
        </p:nvSpPr>
        <p:spPr>
          <a:xfrm>
            <a:off x="240030" y="1699920"/>
            <a:ext cx="8801100" cy="4982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342720" indent="-342000">
              <a:lnSpc>
                <a:spcPct val="100000"/>
              </a:lnSpc>
              <a:spcBef>
                <a:spcPts val="799"/>
              </a:spcBef>
              <a:buClr>
                <a:srgbClr val="000000"/>
              </a:buClr>
              <a:buSzPct val="85000"/>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pt-BR" sz="2000" b="0" strike="noStrike" spc="-1" dirty="0">
              <a:solidFill>
                <a:srgbClr val="000000"/>
              </a:solidFill>
              <a:latin typeface="Arial"/>
            </a:endParaRPr>
          </a:p>
        </p:txBody>
      </p:sp>
      <p:pic>
        <p:nvPicPr>
          <p:cNvPr id="91" name="Imagem 4">
            <a:extLst>
              <a:ext uri="{FF2B5EF4-FFF2-40B4-BE49-F238E27FC236}">
                <a16:creationId xmlns:a16="http://schemas.microsoft.com/office/drawing/2014/main" id="{3FFE9D77-9711-03F7-C0CD-04FA7CE82916}"/>
              </a:ext>
            </a:extLst>
          </p:cNvPr>
          <p:cNvPicPr/>
          <p:nvPr/>
        </p:nvPicPr>
        <p:blipFill>
          <a:blip r:embed="rId2"/>
          <a:stretch/>
        </p:blipFill>
        <p:spPr>
          <a:xfrm>
            <a:off x="114480" y="6681960"/>
            <a:ext cx="1141920" cy="176400"/>
          </a:xfrm>
          <a:prstGeom prst="rect">
            <a:avLst/>
          </a:prstGeom>
          <a:ln w="0">
            <a:noFill/>
          </a:ln>
        </p:spPr>
      </p:pic>
      <p:sp>
        <p:nvSpPr>
          <p:cNvPr id="2" name="CaixaDeTexto 1">
            <a:extLst>
              <a:ext uri="{FF2B5EF4-FFF2-40B4-BE49-F238E27FC236}">
                <a16:creationId xmlns:a16="http://schemas.microsoft.com/office/drawing/2014/main" id="{B9C54C2F-B8E8-213A-A97F-AAD331EBB243}"/>
              </a:ext>
            </a:extLst>
          </p:cNvPr>
          <p:cNvSpPr txBox="1"/>
          <p:nvPr/>
        </p:nvSpPr>
        <p:spPr>
          <a:xfrm>
            <a:off x="1" y="1649219"/>
            <a:ext cx="8801100" cy="2667397"/>
          </a:xfrm>
          <a:prstGeom prst="rect">
            <a:avLst/>
          </a:prstGeom>
          <a:noFill/>
        </p:spPr>
        <p:txBody>
          <a:bodyPr wrap="square" rtlCol="0">
            <a:spAutoFit/>
          </a:bodyPr>
          <a:lstStyle/>
          <a:p>
            <a:pPr marL="819150" marR="0" lvl="1" indent="-285750" algn="just" rtl="0">
              <a:spcBef>
                <a:spcPts val="1414"/>
              </a:spcBef>
              <a:spcAft>
                <a:spcPts val="0"/>
              </a:spcAft>
              <a:buSzPct val="100000"/>
              <a:buFont typeface="Arial" panose="020B0604020202020204" pitchFamily="34" charset="0"/>
              <a:buChar char="•"/>
            </a:pPr>
            <a:r>
              <a:rPr lang="en-US" sz="1800" b="0" i="0" u="none" strike="noStrike" dirty="0">
                <a:latin typeface="Arial"/>
                <a:ea typeface="Arial"/>
                <a:cs typeface="Arial"/>
                <a:sym typeface="Arial"/>
              </a:rPr>
              <a:t>CUNHA, TAKAHASHI AND ANTUNES. Manual de </a:t>
            </a:r>
            <a:r>
              <a:rPr lang="en-US" sz="1800" b="0" i="0" u="none" strike="noStrike" dirty="0" err="1">
                <a:latin typeface="Arial"/>
                <a:ea typeface="Arial"/>
                <a:cs typeface="Arial"/>
                <a:sym typeface="Arial"/>
              </a:rPr>
              <a:t>C</a:t>
            </a:r>
            <a:r>
              <a:rPr lang="en-US" sz="1800" dirty="0" err="1"/>
              <a:t>omputaçao</a:t>
            </a:r>
            <a:r>
              <a:rPr lang="en-US" dirty="0"/>
              <a:t> </a:t>
            </a:r>
            <a:r>
              <a:rPr lang="en-US" sz="1800" dirty="0" err="1"/>
              <a:t>Evolutiva</a:t>
            </a:r>
            <a:r>
              <a:rPr lang="en-US" sz="1800" dirty="0"/>
              <a:t> e </a:t>
            </a:r>
            <a:r>
              <a:rPr lang="en-US" sz="1800" b="0" i="0" u="none" strike="noStrike" dirty="0" err="1">
                <a:latin typeface="Arial"/>
                <a:ea typeface="Arial"/>
                <a:cs typeface="Arial"/>
                <a:sym typeface="Arial"/>
              </a:rPr>
              <a:t>Metaheurística</a:t>
            </a:r>
            <a:r>
              <a:rPr lang="en-US" sz="1800" b="0" i="0" u="none" strike="noStrike" dirty="0">
                <a:latin typeface="Arial"/>
                <a:ea typeface="Arial"/>
                <a:cs typeface="Arial"/>
                <a:sym typeface="Arial"/>
              </a:rPr>
              <a:t>. </a:t>
            </a:r>
            <a:endParaRPr lang="en-US" b="1" dirty="0">
              <a:latin typeface="Arial"/>
              <a:ea typeface="Arial"/>
              <a:cs typeface="Arial"/>
              <a:sym typeface="Arial"/>
            </a:endParaRPr>
          </a:p>
          <a:p>
            <a:pPr marL="819150" marR="0" lvl="1" indent="-285750" algn="just" rtl="0">
              <a:spcBef>
                <a:spcPts val="1414"/>
              </a:spcBef>
              <a:spcAft>
                <a:spcPts val="0"/>
              </a:spcAft>
              <a:buSzPct val="100000"/>
              <a:buFont typeface="Arial" panose="020B0604020202020204" pitchFamily="34" charset="0"/>
              <a:buChar char="•"/>
            </a:pPr>
            <a:r>
              <a:rPr lang="en-US" sz="1800" b="0" i="0" u="none" strike="noStrike" dirty="0">
                <a:latin typeface="Arial"/>
                <a:ea typeface="Arial"/>
                <a:cs typeface="Arial"/>
                <a:sym typeface="Arial"/>
              </a:rPr>
              <a:t>A.E. EIBEN, J.E. SMITH. Introduction to Evolutionary Computing (Natural Computing Series), Springer;</a:t>
            </a:r>
          </a:p>
          <a:p>
            <a:pPr marL="819150" marR="0" lvl="1" indent="-285750" algn="just" rtl="0">
              <a:spcBef>
                <a:spcPts val="1414"/>
              </a:spcBef>
              <a:spcAft>
                <a:spcPts val="0"/>
              </a:spcAft>
              <a:buSzPct val="100000"/>
              <a:buFont typeface="Arial" panose="020B0604020202020204" pitchFamily="34" charset="0"/>
              <a:buChar char="•"/>
            </a:pPr>
            <a:r>
              <a:rPr lang="pt-BR" b="0" i="0" dirty="0" err="1">
                <a:effectLst/>
                <a:latin typeface="-apple-system"/>
              </a:rPr>
              <a:t>Kruse</a:t>
            </a:r>
            <a:r>
              <a:rPr lang="pt-BR" b="0" i="0" dirty="0">
                <a:effectLst/>
                <a:latin typeface="-apple-system"/>
              </a:rPr>
              <a:t>, R., </a:t>
            </a:r>
            <a:r>
              <a:rPr lang="pt-BR" b="0" i="0" dirty="0" err="1">
                <a:effectLst/>
                <a:latin typeface="-apple-system"/>
              </a:rPr>
              <a:t>Mostaghim</a:t>
            </a:r>
            <a:r>
              <a:rPr lang="pt-BR" b="0" i="0" dirty="0">
                <a:effectLst/>
                <a:latin typeface="-apple-system"/>
              </a:rPr>
              <a:t>, S., </a:t>
            </a:r>
            <a:r>
              <a:rPr lang="pt-BR" b="0" i="0" dirty="0" err="1">
                <a:effectLst/>
                <a:latin typeface="-apple-system"/>
              </a:rPr>
              <a:t>Borgelt</a:t>
            </a:r>
            <a:r>
              <a:rPr lang="pt-BR" b="0" i="0" dirty="0">
                <a:effectLst/>
                <a:latin typeface="-apple-system"/>
              </a:rPr>
              <a:t>, C., Braune, C., </a:t>
            </a:r>
            <a:r>
              <a:rPr lang="pt-BR" b="0" i="0" dirty="0" err="1">
                <a:effectLst/>
                <a:latin typeface="-apple-system"/>
              </a:rPr>
              <a:t>Steinbrecher</a:t>
            </a:r>
            <a:r>
              <a:rPr lang="pt-BR" b="0" i="0" dirty="0">
                <a:effectLst/>
                <a:latin typeface="-apple-system"/>
              </a:rPr>
              <a:t>, M. (2022). </a:t>
            </a:r>
            <a:r>
              <a:rPr lang="pt-BR" b="1" i="0" dirty="0" err="1">
                <a:effectLst/>
                <a:latin typeface="-apple-system"/>
              </a:rPr>
              <a:t>Introduction</a:t>
            </a:r>
            <a:r>
              <a:rPr lang="pt-BR" b="1" i="0" dirty="0">
                <a:effectLst/>
                <a:latin typeface="-apple-system"/>
              </a:rPr>
              <a:t> </a:t>
            </a:r>
            <a:r>
              <a:rPr lang="pt-BR" b="1" i="0" dirty="0" err="1">
                <a:effectLst/>
                <a:latin typeface="-apple-system"/>
              </a:rPr>
              <a:t>to</a:t>
            </a:r>
            <a:r>
              <a:rPr lang="pt-BR" b="1" i="0" dirty="0">
                <a:effectLst/>
                <a:latin typeface="-apple-system"/>
              </a:rPr>
              <a:t> </a:t>
            </a:r>
            <a:r>
              <a:rPr lang="pt-BR" b="1" i="0" dirty="0" err="1">
                <a:effectLst/>
                <a:latin typeface="-apple-system"/>
              </a:rPr>
              <a:t>Evolutionary</a:t>
            </a:r>
            <a:r>
              <a:rPr lang="pt-BR" b="1" i="0" dirty="0">
                <a:effectLst/>
                <a:latin typeface="-apple-system"/>
              </a:rPr>
              <a:t> </a:t>
            </a:r>
            <a:r>
              <a:rPr lang="pt-BR" b="1" i="0" dirty="0" err="1">
                <a:effectLst/>
                <a:latin typeface="-apple-system"/>
              </a:rPr>
              <a:t>Algorithm</a:t>
            </a:r>
            <a:r>
              <a:rPr lang="pt-BR" b="0" i="0" dirty="0" err="1">
                <a:effectLst/>
                <a:latin typeface="-apple-system"/>
              </a:rPr>
              <a:t>s</a:t>
            </a:r>
            <a:r>
              <a:rPr lang="pt-BR" b="0" i="0" dirty="0">
                <a:effectLst/>
                <a:latin typeface="-apple-system"/>
              </a:rPr>
              <a:t>. In: </a:t>
            </a:r>
            <a:r>
              <a:rPr lang="pt-BR" b="0" i="0" dirty="0" err="1">
                <a:effectLst/>
                <a:latin typeface="-apple-system"/>
              </a:rPr>
              <a:t>Computational</a:t>
            </a:r>
            <a:r>
              <a:rPr lang="pt-BR" b="0" i="0" dirty="0">
                <a:effectLst/>
                <a:latin typeface="-apple-system"/>
              </a:rPr>
              <a:t> </a:t>
            </a:r>
            <a:r>
              <a:rPr lang="pt-BR" b="0" i="0" dirty="0" err="1">
                <a:effectLst/>
                <a:latin typeface="-apple-system"/>
              </a:rPr>
              <a:t>Intelligence</a:t>
            </a:r>
            <a:r>
              <a:rPr lang="pt-BR" b="0" i="0" dirty="0">
                <a:effectLst/>
                <a:latin typeface="-apple-system"/>
              </a:rPr>
              <a:t>. </a:t>
            </a:r>
            <a:r>
              <a:rPr lang="pt-BR" b="0" i="0" dirty="0" err="1">
                <a:effectLst/>
                <a:latin typeface="-apple-system"/>
              </a:rPr>
              <a:t>Texts</a:t>
            </a:r>
            <a:r>
              <a:rPr lang="pt-BR" b="0" i="0" dirty="0">
                <a:effectLst/>
                <a:latin typeface="-apple-system"/>
              </a:rPr>
              <a:t> in Computer Science. Springer, </a:t>
            </a:r>
            <a:r>
              <a:rPr lang="pt-BR" b="0" i="0" dirty="0" err="1">
                <a:effectLst/>
                <a:latin typeface="-apple-system"/>
              </a:rPr>
              <a:t>Cham</a:t>
            </a:r>
            <a:r>
              <a:rPr lang="pt-BR" b="0" i="0" dirty="0">
                <a:effectLst/>
                <a:latin typeface="-apple-system"/>
              </a:rPr>
              <a:t>. https://doi.org/10.1007/978-3-030-42227-1_11</a:t>
            </a:r>
            <a:endParaRPr lang="en-US" sz="1800" b="1" i="0" u="none" strike="noStrike" dirty="0">
              <a:latin typeface="Arial"/>
              <a:ea typeface="Arial"/>
              <a:cs typeface="Arial"/>
              <a:sym typeface="Arial"/>
            </a:endParaRPr>
          </a:p>
          <a:p>
            <a:endParaRPr lang="pt-BR" dirty="0"/>
          </a:p>
        </p:txBody>
      </p:sp>
    </p:spTree>
    <p:extLst>
      <p:ext uri="{BB962C8B-B14F-4D97-AF65-F5344CB8AC3E}">
        <p14:creationId xmlns:p14="http://schemas.microsoft.com/office/powerpoint/2010/main" val="1964011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1DD2-6908-E029-1EB7-DF2003D2F1B9}"/>
            </a:ext>
          </a:extLst>
        </p:cNvPr>
        <p:cNvGrpSpPr/>
        <p:nvPr/>
      </p:nvGrpSpPr>
      <p:grpSpPr>
        <a:xfrm>
          <a:off x="0" y="0"/>
          <a:ext cx="0" cy="0"/>
          <a:chOff x="0" y="0"/>
          <a:chExt cx="0" cy="0"/>
        </a:xfrm>
      </p:grpSpPr>
      <p:sp>
        <p:nvSpPr>
          <p:cNvPr id="89" name="Retângulo 88">
            <a:extLst>
              <a:ext uri="{FF2B5EF4-FFF2-40B4-BE49-F238E27FC236}">
                <a16:creationId xmlns:a16="http://schemas.microsoft.com/office/drawing/2014/main" id="{3B09FD3C-8BA4-474F-02FD-417355CE40D9}"/>
              </a:ext>
            </a:extLst>
          </p:cNvPr>
          <p:cNvSpPr/>
          <p:nvPr/>
        </p:nvSpPr>
        <p:spPr>
          <a:xfrm>
            <a:off x="685800" y="754200"/>
            <a:ext cx="7771320" cy="65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3200" b="0" strike="noStrike" spc="-1" dirty="0">
                <a:solidFill>
                  <a:schemeClr val="tx2">
                    <a:lumMod val="40000"/>
                    <a:lumOff val="60000"/>
                  </a:schemeClr>
                </a:solidFill>
                <a:latin typeface="Arial"/>
              </a:rPr>
              <a:t>Dúvidas?</a:t>
            </a:r>
          </a:p>
        </p:txBody>
      </p:sp>
      <p:sp>
        <p:nvSpPr>
          <p:cNvPr id="90" name="Retângulo 89">
            <a:extLst>
              <a:ext uri="{FF2B5EF4-FFF2-40B4-BE49-F238E27FC236}">
                <a16:creationId xmlns:a16="http://schemas.microsoft.com/office/drawing/2014/main" id="{E381B8BD-CC83-B569-02E6-DCB2D748C09C}"/>
              </a:ext>
            </a:extLst>
          </p:cNvPr>
          <p:cNvSpPr/>
          <p:nvPr/>
        </p:nvSpPr>
        <p:spPr>
          <a:xfrm>
            <a:off x="240030" y="1699920"/>
            <a:ext cx="8801100" cy="4982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342720" indent="-342000">
              <a:lnSpc>
                <a:spcPct val="100000"/>
              </a:lnSpc>
              <a:spcBef>
                <a:spcPts val="799"/>
              </a:spcBef>
              <a:buClr>
                <a:srgbClr val="000000"/>
              </a:buClr>
              <a:buSzPct val="85000"/>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pt-BR" sz="2000" b="0" strike="noStrike" spc="-1" dirty="0">
              <a:solidFill>
                <a:srgbClr val="000000"/>
              </a:solidFill>
              <a:latin typeface="Arial"/>
            </a:endParaRPr>
          </a:p>
        </p:txBody>
      </p:sp>
      <p:pic>
        <p:nvPicPr>
          <p:cNvPr id="91" name="Imagem 4">
            <a:extLst>
              <a:ext uri="{FF2B5EF4-FFF2-40B4-BE49-F238E27FC236}">
                <a16:creationId xmlns:a16="http://schemas.microsoft.com/office/drawing/2014/main" id="{3C5C6FB3-1E08-8346-5933-B4D79F450659}"/>
              </a:ext>
            </a:extLst>
          </p:cNvPr>
          <p:cNvPicPr/>
          <p:nvPr/>
        </p:nvPicPr>
        <p:blipFill>
          <a:blip r:embed="rId2"/>
          <a:stretch/>
        </p:blipFill>
        <p:spPr>
          <a:xfrm>
            <a:off x="114480" y="6681960"/>
            <a:ext cx="1141920" cy="176400"/>
          </a:xfrm>
          <a:prstGeom prst="rect">
            <a:avLst/>
          </a:prstGeom>
          <a:ln w="0">
            <a:noFill/>
          </a:ln>
        </p:spPr>
      </p:pic>
      <p:sp>
        <p:nvSpPr>
          <p:cNvPr id="2" name="Subtítulo 1">
            <a:extLst>
              <a:ext uri="{FF2B5EF4-FFF2-40B4-BE49-F238E27FC236}">
                <a16:creationId xmlns:a16="http://schemas.microsoft.com/office/drawing/2014/main" id="{1E181EAC-6531-6A68-A88D-63E222147E2C}"/>
              </a:ext>
            </a:extLst>
          </p:cNvPr>
          <p:cNvSpPr>
            <a:spLocks noGrp="1"/>
          </p:cNvSpPr>
          <p:nvPr>
            <p:ph type="subTitle"/>
          </p:nvPr>
        </p:nvSpPr>
        <p:spPr>
          <a:xfrm>
            <a:off x="365760" y="1699920"/>
            <a:ext cx="8229240" cy="4362120"/>
          </a:xfrm>
        </p:spPr>
        <p:txBody>
          <a:bodyPr/>
          <a:lstStyle/>
          <a:p>
            <a:r>
              <a:rPr lang="pt-BR" dirty="0"/>
              <a:t>gabrielanuneslopes@ufmg.br</a:t>
            </a:r>
          </a:p>
          <a:p>
            <a:r>
              <a:rPr lang="pt-BR" dirty="0"/>
              <a:t>Gabriela Nunes Lopes</a:t>
            </a:r>
          </a:p>
        </p:txBody>
      </p:sp>
    </p:spTree>
    <p:extLst>
      <p:ext uri="{BB962C8B-B14F-4D97-AF65-F5344CB8AC3E}">
        <p14:creationId xmlns:p14="http://schemas.microsoft.com/office/powerpoint/2010/main" val="154591691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7673</TotalTime>
  <Words>2960</Words>
  <Application>Microsoft Office PowerPoint</Application>
  <PresentationFormat>Apresentação na tela (4:3)</PresentationFormat>
  <Paragraphs>169</Paragraphs>
  <Slides>34</Slides>
  <Notes>2</Notes>
  <HiddenSlides>0</HiddenSlides>
  <MMClips>0</MMClips>
  <ScaleCrop>false</ScaleCrop>
  <HeadingPairs>
    <vt:vector size="6" baseType="variant">
      <vt:variant>
        <vt:lpstr>Fontes usadas</vt:lpstr>
      </vt:variant>
      <vt:variant>
        <vt:i4>9</vt:i4>
      </vt:variant>
      <vt:variant>
        <vt:lpstr>Tema</vt:lpstr>
      </vt:variant>
      <vt:variant>
        <vt:i4>2</vt:i4>
      </vt:variant>
      <vt:variant>
        <vt:lpstr>Títulos de slides</vt:lpstr>
      </vt:variant>
      <vt:variant>
        <vt:i4>34</vt:i4>
      </vt:variant>
    </vt:vector>
  </HeadingPairs>
  <TitlesOfParts>
    <vt:vector size="45" baseType="lpstr">
      <vt:lpstr>-apple-system</vt:lpstr>
      <vt:lpstr>Arial</vt:lpstr>
      <vt:lpstr>Arial-BoldMT</vt:lpstr>
      <vt:lpstr>ArialMT</vt:lpstr>
      <vt:lpstr>Calibri</vt:lpstr>
      <vt:lpstr>Söhne</vt:lpstr>
      <vt:lpstr>Symbol</vt:lpstr>
      <vt:lpstr>Times New Roman</vt:lpstr>
      <vt:lpstr>Wingdings</vt:lpstr>
      <vt:lpstr>Office Theme</vt:lpstr>
      <vt:lpstr>Office Theme</vt:lpstr>
      <vt:lpstr>Apresentação do PowerPoint</vt:lpstr>
      <vt:lpstr>Na aula passada </vt:lpstr>
      <vt:lpstr>Conteúdo </vt:lpstr>
      <vt:lpstr>Apresentação do PowerPoint</vt:lpstr>
      <vt:lpstr>O que é otimização? Revisão </vt:lpstr>
      <vt:lpstr>O que é otimização? Revisão </vt:lpstr>
      <vt:lpstr>O que é otimização? Revisão </vt:lpstr>
      <vt:lpstr>O que é otimização? Revisão </vt:lpstr>
      <vt:lpstr>O que é otimização? Revisão </vt:lpstr>
      <vt:lpstr>O que é otimização? Revisão </vt:lpstr>
      <vt:lpstr>Apresentação do PowerPoint</vt:lpstr>
      <vt:lpstr>O que são os algoritmos evolutivos?</vt:lpstr>
      <vt:lpstr>O que são metaheurísticas?</vt:lpstr>
      <vt:lpstr>O que são metaheurísticas?</vt:lpstr>
      <vt:lpstr>O que são metaheurísticas?</vt:lpstr>
      <vt:lpstr>O que são metaheurísticas?</vt:lpstr>
      <vt:lpstr>O que são metaheurísticas?</vt:lpstr>
      <vt:lpstr>Apresentação do PowerPoint</vt:lpstr>
      <vt:lpstr>Evolução Biológica</vt:lpstr>
      <vt:lpstr>Evolução Biológica</vt:lpstr>
      <vt:lpstr>Evolução Biológica</vt:lpstr>
      <vt:lpstr>Evolução Biológica</vt:lpstr>
      <vt:lpstr>Evolução Biológica</vt:lpstr>
      <vt:lpstr>Evolução Biológica</vt:lpstr>
      <vt:lpstr>Evolução Biológica</vt:lpstr>
      <vt:lpstr>Evolução Biológica</vt:lpstr>
      <vt:lpstr>Evolução Biológica</vt:lpstr>
      <vt:lpstr>Evolução Biológica</vt:lpstr>
      <vt:lpstr>Evolução Biológica</vt:lpstr>
      <vt:lpstr>Evolução Biológica</vt:lpstr>
      <vt:lpstr>Evolução Biológica</vt:lpstr>
      <vt:lpstr>Conclusão</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Introdução à Engenharia de Software</dc:title>
  <dc:subject/>
  <dc:creator>CAR</dc:creator>
  <dc:description/>
  <cp:lastModifiedBy>Gabriela Nunes Lopes</cp:lastModifiedBy>
  <cp:revision>203</cp:revision>
  <dcterms:created xsi:type="dcterms:W3CDTF">2005-10-19T04:42:53Z</dcterms:created>
  <dcterms:modified xsi:type="dcterms:W3CDTF">2025-08-08T13:38:42Z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vt:i4>
  </property>
  <property fmtid="{D5CDD505-2E9C-101B-9397-08002B2CF9AE}" pid="4" name="PresentationFormat">
    <vt:lpwstr>Apresentação na tela (4:3)</vt:lpwstr>
  </property>
  <property fmtid="{D5CDD505-2E9C-101B-9397-08002B2CF9AE}" pid="5" name="Slides">
    <vt:i4>7</vt:i4>
  </property>
</Properties>
</file>