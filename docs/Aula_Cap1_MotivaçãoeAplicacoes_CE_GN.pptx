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1"/>
  </p:notesMasterIdLst>
  <p:sldIdLst>
    <p:sldId id="256" r:id="rId3"/>
    <p:sldId id="264" r:id="rId4"/>
    <p:sldId id="272" r:id="rId5"/>
    <p:sldId id="273" r:id="rId6"/>
    <p:sldId id="320" r:id="rId7"/>
    <p:sldId id="313" r:id="rId8"/>
    <p:sldId id="314" r:id="rId9"/>
    <p:sldId id="315" r:id="rId10"/>
    <p:sldId id="317" r:id="rId11"/>
    <p:sldId id="318" r:id="rId12"/>
    <p:sldId id="319" r:id="rId13"/>
    <p:sldId id="298" r:id="rId14"/>
    <p:sldId id="274" r:id="rId15"/>
    <p:sldId id="275" r:id="rId16"/>
    <p:sldId id="276" r:id="rId17"/>
    <p:sldId id="277" r:id="rId18"/>
    <p:sldId id="312" r:id="rId19"/>
    <p:sldId id="301" r:id="rId20"/>
    <p:sldId id="302" r:id="rId21"/>
    <p:sldId id="303" r:id="rId22"/>
    <p:sldId id="305" r:id="rId23"/>
    <p:sldId id="321" r:id="rId24"/>
    <p:sldId id="308" r:id="rId25"/>
    <p:sldId id="307" r:id="rId26"/>
    <p:sldId id="309" r:id="rId27"/>
    <p:sldId id="299" r:id="rId28"/>
    <p:sldId id="270" r:id="rId29"/>
    <p:sldId id="271" r:id="rId30"/>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1453" autoAdjust="0"/>
  </p:normalViewPr>
  <p:slideViewPr>
    <p:cSldViewPr snapToGrid="0">
      <p:cViewPr varScale="1">
        <p:scale>
          <a:sx n="98" d="100"/>
          <a:sy n="98" d="100"/>
        </p:scale>
        <p:origin x="136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a Nunes Lopes" userId="8eacf352355886ee" providerId="LiveId" clId="{F42C8EBD-6AF0-4303-A0B1-0DB76942DCE5}"/>
    <pc:docChg chg="custSel modSld">
      <pc:chgData name="Gabriela Nunes Lopes" userId="8eacf352355886ee" providerId="LiveId" clId="{F42C8EBD-6AF0-4303-A0B1-0DB76942DCE5}" dt="2025-07-24T18:58:59.420" v="12" actId="20577"/>
      <pc:docMkLst>
        <pc:docMk/>
      </pc:docMkLst>
      <pc:sldChg chg="modSp mod">
        <pc:chgData name="Gabriela Nunes Lopes" userId="8eacf352355886ee" providerId="LiveId" clId="{F42C8EBD-6AF0-4303-A0B1-0DB76942DCE5}" dt="2025-07-24T18:58:33.753" v="3" actId="12"/>
        <pc:sldMkLst>
          <pc:docMk/>
          <pc:sldMk cId="970011374" sldId="301"/>
        </pc:sldMkLst>
        <pc:spChg chg="mod">
          <ac:chgData name="Gabriela Nunes Lopes" userId="8eacf352355886ee" providerId="LiveId" clId="{F42C8EBD-6AF0-4303-A0B1-0DB76942DCE5}" dt="2025-07-24T18:58:33.753" v="3" actId="12"/>
          <ac:spMkLst>
            <pc:docMk/>
            <pc:sldMk cId="970011374" sldId="301"/>
            <ac:spMk id="10" creationId="{26A3FFE0-CDD3-FBFC-44AF-685F577275C5}"/>
          </ac:spMkLst>
        </pc:spChg>
      </pc:sldChg>
      <pc:sldChg chg="modSp mod">
        <pc:chgData name="Gabriela Nunes Lopes" userId="8eacf352355886ee" providerId="LiveId" clId="{F42C8EBD-6AF0-4303-A0B1-0DB76942DCE5}" dt="2025-07-24T18:58:45.119" v="6" actId="12"/>
        <pc:sldMkLst>
          <pc:docMk/>
          <pc:sldMk cId="4212643942" sldId="302"/>
        </pc:sldMkLst>
        <pc:spChg chg="mod">
          <ac:chgData name="Gabriela Nunes Lopes" userId="8eacf352355886ee" providerId="LiveId" clId="{F42C8EBD-6AF0-4303-A0B1-0DB76942DCE5}" dt="2025-07-24T18:58:41.332" v="5" actId="14100"/>
          <ac:spMkLst>
            <pc:docMk/>
            <pc:sldMk cId="4212643942" sldId="302"/>
            <ac:spMk id="2" creationId="{91D3117C-C2DD-A5B1-B1B7-687513E34805}"/>
          </ac:spMkLst>
        </pc:spChg>
        <pc:spChg chg="mod">
          <ac:chgData name="Gabriela Nunes Lopes" userId="8eacf352355886ee" providerId="LiveId" clId="{F42C8EBD-6AF0-4303-A0B1-0DB76942DCE5}" dt="2025-07-24T18:58:45.119" v="6" actId="12"/>
          <ac:spMkLst>
            <pc:docMk/>
            <pc:sldMk cId="4212643942" sldId="302"/>
            <ac:spMk id="3" creationId="{3EE7BCC9-589A-298A-22EA-366B9B0BBDBB}"/>
          </ac:spMkLst>
        </pc:spChg>
      </pc:sldChg>
      <pc:sldChg chg="modSp mod">
        <pc:chgData name="Gabriela Nunes Lopes" userId="8eacf352355886ee" providerId="LiveId" clId="{F42C8EBD-6AF0-4303-A0B1-0DB76942DCE5}" dt="2025-07-24T18:58:59.420" v="12" actId="20577"/>
        <pc:sldMkLst>
          <pc:docMk/>
          <pc:sldMk cId="1249820587" sldId="303"/>
        </pc:sldMkLst>
        <pc:spChg chg="mod">
          <ac:chgData name="Gabriela Nunes Lopes" userId="8eacf352355886ee" providerId="LiveId" clId="{F42C8EBD-6AF0-4303-A0B1-0DB76942DCE5}" dt="2025-07-24T18:58:50.460" v="7" actId="1076"/>
          <ac:spMkLst>
            <pc:docMk/>
            <pc:sldMk cId="1249820587" sldId="303"/>
            <ac:spMk id="2" creationId="{73ACD076-A5DD-5A8E-4F2A-57178E8C29CD}"/>
          </ac:spMkLst>
        </pc:spChg>
        <pc:spChg chg="mod">
          <ac:chgData name="Gabriela Nunes Lopes" userId="8eacf352355886ee" providerId="LiveId" clId="{F42C8EBD-6AF0-4303-A0B1-0DB76942DCE5}" dt="2025-07-24T18:58:59.420" v="12" actId="20577"/>
          <ac:spMkLst>
            <pc:docMk/>
            <pc:sldMk cId="1249820587" sldId="303"/>
            <ac:spMk id="6" creationId="{563FCFF3-8163-F6A2-71B3-F4FA18760F86}"/>
          </ac:spMkLst>
        </pc:spChg>
      </pc:sldChg>
      <pc:sldChg chg="modSp mod">
        <pc:chgData name="Gabriela Nunes Lopes" userId="8eacf352355886ee" providerId="LiveId" clId="{F42C8EBD-6AF0-4303-A0B1-0DB76942DCE5}" dt="2025-07-24T18:57:32.039" v="1" actId="27636"/>
        <pc:sldMkLst>
          <pc:docMk/>
          <pc:sldMk cId="2590492471" sldId="314"/>
        </pc:sldMkLst>
        <pc:spChg chg="mod">
          <ac:chgData name="Gabriela Nunes Lopes" userId="8eacf352355886ee" providerId="LiveId" clId="{F42C8EBD-6AF0-4303-A0B1-0DB76942DCE5}" dt="2025-07-24T18:57:32.039" v="1" actId="27636"/>
          <ac:spMkLst>
            <pc:docMk/>
            <pc:sldMk cId="2590492471" sldId="314"/>
            <ac:spMk id="4" creationId="{33183660-4B90-AEBD-9DFD-A90C88EDF2EE}"/>
          </ac:spMkLst>
        </pc:spChg>
      </pc:sldChg>
    </pc:docChg>
  </pc:docChgLst>
  <pc:docChgLst>
    <pc:chgData name="Gabriela Nunes Lopes" userId="8eacf352355886ee" providerId="LiveId" clId="{952018B1-92E6-44DF-AE61-2706BE1F0194}"/>
    <pc:docChg chg="addSld modSld">
      <pc:chgData name="Gabriela Nunes Lopes" userId="8eacf352355886ee" providerId="LiveId" clId="{952018B1-92E6-44DF-AE61-2706BE1F0194}" dt="2025-08-21T16:24:13.009" v="132" actId="1076"/>
      <pc:docMkLst>
        <pc:docMk/>
      </pc:docMkLst>
      <pc:sldChg chg="modSp mod">
        <pc:chgData name="Gabriela Nunes Lopes" userId="8eacf352355886ee" providerId="LiveId" clId="{952018B1-92E6-44DF-AE61-2706BE1F0194}" dt="2025-08-08T13:36:21.491" v="33" actId="20577"/>
        <pc:sldMkLst>
          <pc:docMk/>
          <pc:sldMk cId="0" sldId="256"/>
        </pc:sldMkLst>
        <pc:spChg chg="mod">
          <ac:chgData name="Gabriela Nunes Lopes" userId="8eacf352355886ee" providerId="LiveId" clId="{952018B1-92E6-44DF-AE61-2706BE1F0194}" dt="2025-08-08T13:36:21.491" v="33" actId="20577"/>
          <ac:spMkLst>
            <pc:docMk/>
            <pc:sldMk cId="0" sldId="256"/>
            <ac:spMk id="88" creationId="{00000000-0000-0000-0000-000000000000}"/>
          </ac:spMkLst>
        </pc:spChg>
      </pc:sldChg>
      <pc:sldChg chg="modSp mod">
        <pc:chgData name="Gabriela Nunes Lopes" userId="8eacf352355886ee" providerId="LiveId" clId="{952018B1-92E6-44DF-AE61-2706BE1F0194}" dt="2025-08-08T13:37:05.628" v="59" actId="20577"/>
        <pc:sldMkLst>
          <pc:docMk/>
          <pc:sldMk cId="1545916917" sldId="271"/>
        </pc:sldMkLst>
        <pc:spChg chg="mod">
          <ac:chgData name="Gabriela Nunes Lopes" userId="8eacf352355886ee" providerId="LiveId" clId="{952018B1-92E6-44DF-AE61-2706BE1F0194}" dt="2025-08-08T13:37:05.628" v="59" actId="20577"/>
          <ac:spMkLst>
            <pc:docMk/>
            <pc:sldMk cId="1545916917" sldId="271"/>
            <ac:spMk id="2" creationId="{1E181EAC-6531-6A68-A88D-63E222147E2C}"/>
          </ac:spMkLst>
        </pc:spChg>
      </pc:sldChg>
      <pc:sldChg chg="modSp new mod">
        <pc:chgData name="Gabriela Nunes Lopes" userId="8eacf352355886ee" providerId="LiveId" clId="{952018B1-92E6-44DF-AE61-2706BE1F0194}" dt="2025-08-21T16:24:13.009" v="132" actId="1076"/>
        <pc:sldMkLst>
          <pc:docMk/>
          <pc:sldMk cId="911160538" sldId="321"/>
        </pc:sldMkLst>
        <pc:spChg chg="mod">
          <ac:chgData name="Gabriela Nunes Lopes" userId="8eacf352355886ee" providerId="LiveId" clId="{952018B1-92E6-44DF-AE61-2706BE1F0194}" dt="2025-08-21T16:24:13.009" v="132" actId="1076"/>
          <ac:spMkLst>
            <pc:docMk/>
            <pc:sldMk cId="911160538" sldId="321"/>
            <ac:spMk id="2" creationId="{582C05A5-F085-47DC-5E0B-C817D55E4996}"/>
          </ac:spMkLst>
        </pc:spChg>
        <pc:spChg chg="mod">
          <ac:chgData name="Gabriela Nunes Lopes" userId="8eacf352355886ee" providerId="LiveId" clId="{952018B1-92E6-44DF-AE61-2706BE1F0194}" dt="2025-08-21T16:23:35.727" v="129" actId="20577"/>
          <ac:spMkLst>
            <pc:docMk/>
            <pc:sldMk cId="911160538" sldId="321"/>
            <ac:spMk id="3" creationId="{19CDF1EC-ED09-16DB-1731-50313B6A7A61}"/>
          </ac:spMkLst>
        </pc:spChg>
      </pc:sldChg>
    </pc:docChg>
  </pc:docChgLst>
  <pc:docChgLst>
    <pc:chgData name="Gabriela Nunes Lopes" userId="8eacf352355886ee" providerId="LiveId" clId="{68D6575E-1163-4F23-BCBF-E9B223140C1F}"/>
    <pc:docChg chg="undo custSel addSld delSld modSld sldOrd">
      <pc:chgData name="Gabriela Nunes Lopes" userId="8eacf352355886ee" providerId="LiveId" clId="{68D6575E-1163-4F23-BCBF-E9B223140C1F}" dt="2024-03-13T20:50:51.555" v="2168" actId="700"/>
      <pc:docMkLst>
        <pc:docMk/>
      </pc:docMkLst>
      <pc:sldChg chg="modSp mod">
        <pc:chgData name="Gabriela Nunes Lopes" userId="8eacf352355886ee" providerId="LiveId" clId="{68D6575E-1163-4F23-BCBF-E9B223140C1F}" dt="2024-02-29T11:36:42.612" v="56" actId="20577"/>
        <pc:sldMkLst>
          <pc:docMk/>
          <pc:sldMk cId="0" sldId="256"/>
        </pc:sldMkLst>
      </pc:sldChg>
      <pc:sldChg chg="del">
        <pc:chgData name="Gabriela Nunes Lopes" userId="8eacf352355886ee" providerId="LiveId" clId="{68D6575E-1163-4F23-BCBF-E9B223140C1F}" dt="2024-02-29T11:36:22.547" v="28" actId="47"/>
        <pc:sldMkLst>
          <pc:docMk/>
          <pc:sldMk cId="0" sldId="257"/>
        </pc:sldMkLst>
      </pc:sldChg>
      <pc:sldChg chg="modSp mod">
        <pc:chgData name="Gabriela Nunes Lopes" userId="8eacf352355886ee" providerId="LiveId" clId="{68D6575E-1163-4F23-BCBF-E9B223140C1F}" dt="2024-02-29T11:54:28.916" v="190" actId="20577"/>
        <pc:sldMkLst>
          <pc:docMk/>
          <pc:sldMk cId="853310626" sldId="264"/>
        </pc:sldMkLst>
      </pc:sldChg>
      <pc:sldChg chg="del">
        <pc:chgData name="Gabriela Nunes Lopes" userId="8eacf352355886ee" providerId="LiveId" clId="{68D6575E-1163-4F23-BCBF-E9B223140C1F}" dt="2024-02-29T11:36:22.547" v="28" actId="47"/>
        <pc:sldMkLst>
          <pc:docMk/>
          <pc:sldMk cId="2482204830" sldId="266"/>
        </pc:sldMkLst>
      </pc:sldChg>
      <pc:sldChg chg="del">
        <pc:chgData name="Gabriela Nunes Lopes" userId="8eacf352355886ee" providerId="LiveId" clId="{68D6575E-1163-4F23-BCBF-E9B223140C1F}" dt="2024-02-29T11:36:22.547" v="28" actId="47"/>
        <pc:sldMkLst>
          <pc:docMk/>
          <pc:sldMk cId="1127492932" sldId="267"/>
        </pc:sldMkLst>
      </pc:sldChg>
      <pc:sldChg chg="del">
        <pc:chgData name="Gabriela Nunes Lopes" userId="8eacf352355886ee" providerId="LiveId" clId="{68D6575E-1163-4F23-BCBF-E9B223140C1F}" dt="2024-02-29T11:36:22.547" v="28" actId="47"/>
        <pc:sldMkLst>
          <pc:docMk/>
          <pc:sldMk cId="887727809" sldId="268"/>
        </pc:sldMkLst>
      </pc:sldChg>
      <pc:sldChg chg="del">
        <pc:chgData name="Gabriela Nunes Lopes" userId="8eacf352355886ee" providerId="LiveId" clId="{68D6575E-1163-4F23-BCBF-E9B223140C1F}" dt="2024-02-29T11:36:22.547" v="28" actId="47"/>
        <pc:sldMkLst>
          <pc:docMk/>
          <pc:sldMk cId="2002521194" sldId="269"/>
        </pc:sldMkLst>
      </pc:sldChg>
      <pc:sldChg chg="addSp delSp modSp mod">
        <pc:chgData name="Gabriela Nunes Lopes" userId="8eacf352355886ee" providerId="LiveId" clId="{68D6575E-1163-4F23-BCBF-E9B223140C1F}" dt="2024-03-04T19:20:07.859" v="1995" actId="207"/>
        <pc:sldMkLst>
          <pc:docMk/>
          <pc:sldMk cId="1964011590" sldId="270"/>
        </pc:sldMkLst>
      </pc:sldChg>
      <pc:sldChg chg="delSp modSp new mod">
        <pc:chgData name="Gabriela Nunes Lopes" userId="8eacf352355886ee" providerId="LiveId" clId="{68D6575E-1163-4F23-BCBF-E9B223140C1F}" dt="2024-02-29T13:56:17.177" v="1318" actId="478"/>
        <pc:sldMkLst>
          <pc:docMk/>
          <pc:sldMk cId="1969204887" sldId="272"/>
        </pc:sldMkLst>
      </pc:sldChg>
      <pc:sldChg chg="addSp modSp add mod ord">
        <pc:chgData name="Gabriela Nunes Lopes" userId="8eacf352355886ee" providerId="LiveId" clId="{68D6575E-1163-4F23-BCBF-E9B223140C1F}" dt="2024-03-11T17:06:50.252" v="1997" actId="21"/>
        <pc:sldMkLst>
          <pc:docMk/>
          <pc:sldMk cId="62729800" sldId="273"/>
        </pc:sldMkLst>
      </pc:sldChg>
      <pc:sldChg chg="addSp modSp add mod">
        <pc:chgData name="Gabriela Nunes Lopes" userId="8eacf352355886ee" providerId="LiveId" clId="{68D6575E-1163-4F23-BCBF-E9B223140C1F}" dt="2024-02-29T14:30:13.651" v="1890" actId="1076"/>
        <pc:sldMkLst>
          <pc:docMk/>
          <pc:sldMk cId="3193173894" sldId="274"/>
        </pc:sldMkLst>
      </pc:sldChg>
      <pc:sldChg chg="addSp modSp add mod">
        <pc:chgData name="Gabriela Nunes Lopes" userId="8eacf352355886ee" providerId="LiveId" clId="{68D6575E-1163-4F23-BCBF-E9B223140C1F}" dt="2024-03-13T12:09:12.842" v="2089" actId="20577"/>
        <pc:sldMkLst>
          <pc:docMk/>
          <pc:sldMk cId="1774804518" sldId="275"/>
        </pc:sldMkLst>
      </pc:sldChg>
      <pc:sldChg chg="addSp modSp add mod">
        <pc:chgData name="Gabriela Nunes Lopes" userId="8eacf352355886ee" providerId="LiveId" clId="{68D6575E-1163-4F23-BCBF-E9B223140C1F}" dt="2024-02-29T14:31:06.362" v="1897" actId="1076"/>
        <pc:sldMkLst>
          <pc:docMk/>
          <pc:sldMk cId="698033069" sldId="276"/>
        </pc:sldMkLst>
      </pc:sldChg>
      <pc:sldChg chg="addSp modSp add mod">
        <pc:chgData name="Gabriela Nunes Lopes" userId="8eacf352355886ee" providerId="LiveId" clId="{68D6575E-1163-4F23-BCBF-E9B223140C1F}" dt="2024-02-29T14:10:34.796" v="1661" actId="1076"/>
        <pc:sldMkLst>
          <pc:docMk/>
          <pc:sldMk cId="3283091139" sldId="277"/>
        </pc:sldMkLst>
      </pc:sldChg>
      <pc:sldChg chg="add del">
        <pc:chgData name="Gabriela Nunes Lopes" userId="8eacf352355886ee" providerId="LiveId" clId="{68D6575E-1163-4F23-BCBF-E9B223140C1F}" dt="2024-02-29T11:58:12.069" v="273" actId="47"/>
        <pc:sldMkLst>
          <pc:docMk/>
          <pc:sldMk cId="2285201033" sldId="278"/>
        </pc:sldMkLst>
      </pc:sldChg>
      <pc:sldChg chg="addSp modSp add del mod">
        <pc:chgData name="Gabriela Nunes Lopes" userId="8eacf352355886ee" providerId="LiveId" clId="{68D6575E-1163-4F23-BCBF-E9B223140C1F}" dt="2024-02-29T12:35:41.511" v="830" actId="47"/>
        <pc:sldMkLst>
          <pc:docMk/>
          <pc:sldMk cId="255638985" sldId="279"/>
        </pc:sldMkLst>
      </pc:sldChg>
      <pc:sldChg chg="modSp new del mod">
        <pc:chgData name="Gabriela Nunes Lopes" userId="8eacf352355886ee" providerId="LiveId" clId="{68D6575E-1163-4F23-BCBF-E9B223140C1F}" dt="2024-02-29T12:35:41.511" v="830" actId="47"/>
        <pc:sldMkLst>
          <pc:docMk/>
          <pc:sldMk cId="3029997688" sldId="280"/>
        </pc:sldMkLst>
      </pc:sldChg>
      <pc:sldChg chg="addSp modSp add del mod">
        <pc:chgData name="Gabriela Nunes Lopes" userId="8eacf352355886ee" providerId="LiveId" clId="{68D6575E-1163-4F23-BCBF-E9B223140C1F}" dt="2024-02-29T12:35:41.511" v="830" actId="47"/>
        <pc:sldMkLst>
          <pc:docMk/>
          <pc:sldMk cId="768248440" sldId="281"/>
        </pc:sldMkLst>
      </pc:sldChg>
      <pc:sldChg chg="addSp modSp add del mod">
        <pc:chgData name="Gabriela Nunes Lopes" userId="8eacf352355886ee" providerId="LiveId" clId="{68D6575E-1163-4F23-BCBF-E9B223140C1F}" dt="2024-02-29T12:35:41.511" v="830" actId="47"/>
        <pc:sldMkLst>
          <pc:docMk/>
          <pc:sldMk cId="2253727691" sldId="282"/>
        </pc:sldMkLst>
      </pc:sldChg>
      <pc:sldChg chg="addSp modSp add del mod">
        <pc:chgData name="Gabriela Nunes Lopes" userId="8eacf352355886ee" providerId="LiveId" clId="{68D6575E-1163-4F23-BCBF-E9B223140C1F}" dt="2024-02-29T12:35:41.511" v="830" actId="47"/>
        <pc:sldMkLst>
          <pc:docMk/>
          <pc:sldMk cId="2436375823" sldId="283"/>
        </pc:sldMkLst>
      </pc:sldChg>
      <pc:sldChg chg="add del">
        <pc:chgData name="Gabriela Nunes Lopes" userId="8eacf352355886ee" providerId="LiveId" clId="{68D6575E-1163-4F23-BCBF-E9B223140C1F}" dt="2024-02-29T12:35:41.511" v="830" actId="47"/>
        <pc:sldMkLst>
          <pc:docMk/>
          <pc:sldMk cId="4142078015" sldId="284"/>
        </pc:sldMkLst>
      </pc:sldChg>
      <pc:sldChg chg="delSp modSp add del mod">
        <pc:chgData name="Gabriela Nunes Lopes" userId="8eacf352355886ee" providerId="LiveId" clId="{68D6575E-1163-4F23-BCBF-E9B223140C1F}" dt="2024-02-29T12:35:41.511" v="830" actId="47"/>
        <pc:sldMkLst>
          <pc:docMk/>
          <pc:sldMk cId="2299677651" sldId="285"/>
        </pc:sldMkLst>
      </pc:sldChg>
      <pc:sldChg chg="addSp delSp modSp add del mod">
        <pc:chgData name="Gabriela Nunes Lopes" userId="8eacf352355886ee" providerId="LiveId" clId="{68D6575E-1163-4F23-BCBF-E9B223140C1F}" dt="2024-02-29T12:35:41.511" v="830" actId="47"/>
        <pc:sldMkLst>
          <pc:docMk/>
          <pc:sldMk cId="1226920447" sldId="286"/>
        </pc:sldMkLst>
      </pc:sldChg>
      <pc:sldChg chg="delSp add del mod">
        <pc:chgData name="Gabriela Nunes Lopes" userId="8eacf352355886ee" providerId="LiveId" clId="{68D6575E-1163-4F23-BCBF-E9B223140C1F}" dt="2024-02-29T12:19:13.451" v="643" actId="47"/>
        <pc:sldMkLst>
          <pc:docMk/>
          <pc:sldMk cId="3377941058" sldId="287"/>
        </pc:sldMkLst>
      </pc:sldChg>
      <pc:sldChg chg="addSp delSp modSp add del mod">
        <pc:chgData name="Gabriela Nunes Lopes" userId="8eacf352355886ee" providerId="LiveId" clId="{68D6575E-1163-4F23-BCBF-E9B223140C1F}" dt="2024-02-29T12:35:41.511" v="830" actId="47"/>
        <pc:sldMkLst>
          <pc:docMk/>
          <pc:sldMk cId="1904146908" sldId="288"/>
        </pc:sldMkLst>
      </pc:sldChg>
      <pc:sldChg chg="addSp delSp modSp add del mod">
        <pc:chgData name="Gabriela Nunes Lopes" userId="8eacf352355886ee" providerId="LiveId" clId="{68D6575E-1163-4F23-BCBF-E9B223140C1F}" dt="2024-02-29T12:35:41.511" v="830" actId="47"/>
        <pc:sldMkLst>
          <pc:docMk/>
          <pc:sldMk cId="3719709138" sldId="289"/>
        </pc:sldMkLst>
      </pc:sldChg>
      <pc:sldChg chg="delSp modSp add del mod">
        <pc:chgData name="Gabriela Nunes Lopes" userId="8eacf352355886ee" providerId="LiveId" clId="{68D6575E-1163-4F23-BCBF-E9B223140C1F}" dt="2024-02-29T12:35:41.511" v="830" actId="47"/>
        <pc:sldMkLst>
          <pc:docMk/>
          <pc:sldMk cId="191942472" sldId="290"/>
        </pc:sldMkLst>
      </pc:sldChg>
      <pc:sldChg chg="modSp add del mod">
        <pc:chgData name="Gabriela Nunes Lopes" userId="8eacf352355886ee" providerId="LiveId" clId="{68D6575E-1163-4F23-BCBF-E9B223140C1F}" dt="2024-02-29T12:35:41.511" v="830" actId="47"/>
        <pc:sldMkLst>
          <pc:docMk/>
          <pc:sldMk cId="3304287358" sldId="291"/>
        </pc:sldMkLst>
      </pc:sldChg>
      <pc:sldChg chg="add del">
        <pc:chgData name="Gabriela Nunes Lopes" userId="8eacf352355886ee" providerId="LiveId" clId="{68D6575E-1163-4F23-BCBF-E9B223140C1F}" dt="2024-02-29T12:15:05.207" v="528" actId="47"/>
        <pc:sldMkLst>
          <pc:docMk/>
          <pc:sldMk cId="3896281318" sldId="291"/>
        </pc:sldMkLst>
      </pc:sldChg>
      <pc:sldChg chg="modSp add del mod">
        <pc:chgData name="Gabriela Nunes Lopes" userId="8eacf352355886ee" providerId="LiveId" clId="{68D6575E-1163-4F23-BCBF-E9B223140C1F}" dt="2024-02-29T12:35:41.511" v="830" actId="47"/>
        <pc:sldMkLst>
          <pc:docMk/>
          <pc:sldMk cId="2493703661" sldId="292"/>
        </pc:sldMkLst>
      </pc:sldChg>
      <pc:sldChg chg="add del">
        <pc:chgData name="Gabriela Nunes Lopes" userId="8eacf352355886ee" providerId="LiveId" clId="{68D6575E-1163-4F23-BCBF-E9B223140C1F}" dt="2024-02-29T12:15:05.207" v="528" actId="47"/>
        <pc:sldMkLst>
          <pc:docMk/>
          <pc:sldMk cId="4073070845" sldId="292"/>
        </pc:sldMkLst>
      </pc:sldChg>
      <pc:sldChg chg="modSp add del mod">
        <pc:chgData name="Gabriela Nunes Lopes" userId="8eacf352355886ee" providerId="LiveId" clId="{68D6575E-1163-4F23-BCBF-E9B223140C1F}" dt="2024-02-29T12:35:41.511" v="830" actId="47"/>
        <pc:sldMkLst>
          <pc:docMk/>
          <pc:sldMk cId="1546952436" sldId="293"/>
        </pc:sldMkLst>
      </pc:sldChg>
      <pc:sldChg chg="modSp add del mod">
        <pc:chgData name="Gabriela Nunes Lopes" userId="8eacf352355886ee" providerId="LiveId" clId="{68D6575E-1163-4F23-BCBF-E9B223140C1F}" dt="2024-02-29T12:35:41.511" v="830" actId="47"/>
        <pc:sldMkLst>
          <pc:docMk/>
          <pc:sldMk cId="2075742635" sldId="294"/>
        </pc:sldMkLst>
      </pc:sldChg>
      <pc:sldChg chg="add del">
        <pc:chgData name="Gabriela Nunes Lopes" userId="8eacf352355886ee" providerId="LiveId" clId="{68D6575E-1163-4F23-BCBF-E9B223140C1F}" dt="2024-02-29T12:35:41.511" v="830" actId="47"/>
        <pc:sldMkLst>
          <pc:docMk/>
          <pc:sldMk cId="2900796446" sldId="295"/>
        </pc:sldMkLst>
      </pc:sldChg>
      <pc:sldChg chg="add del">
        <pc:chgData name="Gabriela Nunes Lopes" userId="8eacf352355886ee" providerId="LiveId" clId="{68D6575E-1163-4F23-BCBF-E9B223140C1F}" dt="2024-02-29T12:35:41.511" v="830" actId="47"/>
        <pc:sldMkLst>
          <pc:docMk/>
          <pc:sldMk cId="2093153863" sldId="296"/>
        </pc:sldMkLst>
      </pc:sldChg>
      <pc:sldChg chg="modSp new del mod">
        <pc:chgData name="Gabriela Nunes Lopes" userId="8eacf352355886ee" providerId="LiveId" clId="{68D6575E-1163-4F23-BCBF-E9B223140C1F}" dt="2024-02-29T12:35:41.511" v="830" actId="47"/>
        <pc:sldMkLst>
          <pc:docMk/>
          <pc:sldMk cId="1381226104" sldId="297"/>
        </pc:sldMkLst>
      </pc:sldChg>
      <pc:sldChg chg="addSp modSp add mod">
        <pc:chgData name="Gabriela Nunes Lopes" userId="8eacf352355886ee" providerId="LiveId" clId="{68D6575E-1163-4F23-BCBF-E9B223140C1F}" dt="2024-03-13T12:09:04.978" v="2086" actId="123"/>
        <pc:sldMkLst>
          <pc:docMk/>
          <pc:sldMk cId="2034905037" sldId="298"/>
        </pc:sldMkLst>
      </pc:sldChg>
      <pc:sldChg chg="modSp new mod ord">
        <pc:chgData name="Gabriela Nunes Lopes" userId="8eacf352355886ee" providerId="LiveId" clId="{68D6575E-1163-4F23-BCBF-E9B223140C1F}" dt="2024-02-29T14:34:36.159" v="1927" actId="20577"/>
        <pc:sldMkLst>
          <pc:docMk/>
          <pc:sldMk cId="3242575867" sldId="299"/>
        </pc:sldMkLst>
      </pc:sldChg>
      <pc:sldChg chg="modSp add del mod ord">
        <pc:chgData name="Gabriela Nunes Lopes" userId="8eacf352355886ee" providerId="LiveId" clId="{68D6575E-1163-4F23-BCBF-E9B223140C1F}" dt="2024-02-29T12:35:41.511" v="830" actId="47"/>
        <pc:sldMkLst>
          <pc:docMk/>
          <pc:sldMk cId="2960034887" sldId="300"/>
        </pc:sldMkLst>
      </pc:sldChg>
      <pc:sldChg chg="addSp delSp modSp add mod modClrScheme chgLayout">
        <pc:chgData name="Gabriela Nunes Lopes" userId="8eacf352355886ee" providerId="LiveId" clId="{68D6575E-1163-4F23-BCBF-E9B223140C1F}" dt="2024-03-13T20:50:46.148" v="2167" actId="700"/>
        <pc:sldMkLst>
          <pc:docMk/>
          <pc:sldMk cId="970011374" sldId="301"/>
        </pc:sldMkLst>
      </pc:sldChg>
      <pc:sldChg chg="addSp delSp modSp add mod modClrScheme chgLayout">
        <pc:chgData name="Gabriela Nunes Lopes" userId="8eacf352355886ee" providerId="LiveId" clId="{68D6575E-1163-4F23-BCBF-E9B223140C1F}" dt="2024-03-13T20:50:51.555" v="2168" actId="700"/>
        <pc:sldMkLst>
          <pc:docMk/>
          <pc:sldMk cId="4212643942" sldId="302"/>
        </pc:sldMkLst>
      </pc:sldChg>
      <pc:sldChg chg="addSp delSp modSp add mod modClrScheme chgLayout">
        <pc:chgData name="Gabriela Nunes Lopes" userId="8eacf352355886ee" providerId="LiveId" clId="{68D6575E-1163-4F23-BCBF-E9B223140C1F}" dt="2024-03-13T12:10:09.657" v="2106" actId="20577"/>
        <pc:sldMkLst>
          <pc:docMk/>
          <pc:sldMk cId="1249820587" sldId="303"/>
        </pc:sldMkLst>
      </pc:sldChg>
      <pc:sldChg chg="modSp add del mod">
        <pc:chgData name="Gabriela Nunes Lopes" userId="8eacf352355886ee" providerId="LiveId" clId="{68D6575E-1163-4F23-BCBF-E9B223140C1F}" dt="2024-02-29T14:13:03.356" v="1730" actId="47"/>
        <pc:sldMkLst>
          <pc:docMk/>
          <pc:sldMk cId="1432136467" sldId="304"/>
        </pc:sldMkLst>
      </pc:sldChg>
      <pc:sldChg chg="add del">
        <pc:chgData name="Gabriela Nunes Lopes" userId="8eacf352355886ee" providerId="LiveId" clId="{68D6575E-1163-4F23-BCBF-E9B223140C1F}" dt="2024-02-29T12:27:47.124" v="718" actId="47"/>
        <pc:sldMkLst>
          <pc:docMk/>
          <pc:sldMk cId="1378051670" sldId="305"/>
        </pc:sldMkLst>
      </pc:sldChg>
      <pc:sldChg chg="addSp modSp add mod">
        <pc:chgData name="Gabriela Nunes Lopes" userId="8eacf352355886ee" providerId="LiveId" clId="{68D6575E-1163-4F23-BCBF-E9B223140C1F}" dt="2024-02-29T14:13:07.746" v="1733" actId="403"/>
        <pc:sldMkLst>
          <pc:docMk/>
          <pc:sldMk cId="3712010364" sldId="305"/>
        </pc:sldMkLst>
      </pc:sldChg>
      <pc:sldChg chg="modSp add del mod">
        <pc:chgData name="Gabriela Nunes Lopes" userId="8eacf352355886ee" providerId="LiveId" clId="{68D6575E-1163-4F23-BCBF-E9B223140C1F}" dt="2024-02-29T14:21:45.180" v="1812" actId="47"/>
        <pc:sldMkLst>
          <pc:docMk/>
          <pc:sldMk cId="2916874855" sldId="306"/>
        </pc:sldMkLst>
      </pc:sldChg>
      <pc:sldChg chg="addSp delSp modSp add mod modClrScheme chgLayout">
        <pc:chgData name="Gabriela Nunes Lopes" userId="8eacf352355886ee" providerId="LiveId" clId="{68D6575E-1163-4F23-BCBF-E9B223140C1F}" dt="2024-03-13T12:11:57.232" v="2136" actId="207"/>
        <pc:sldMkLst>
          <pc:docMk/>
          <pc:sldMk cId="471882058" sldId="307"/>
        </pc:sldMkLst>
      </pc:sldChg>
      <pc:sldChg chg="delSp modSp new mod">
        <pc:chgData name="Gabriela Nunes Lopes" userId="8eacf352355886ee" providerId="LiveId" clId="{68D6575E-1163-4F23-BCBF-E9B223140C1F}" dt="2024-02-29T14:13:23.726" v="1740" actId="1076"/>
        <pc:sldMkLst>
          <pc:docMk/>
          <pc:sldMk cId="4092771415" sldId="308"/>
        </pc:sldMkLst>
      </pc:sldChg>
      <pc:sldChg chg="addSp delSp modSp add mod modClrScheme chgLayout">
        <pc:chgData name="Gabriela Nunes Lopes" userId="8eacf352355886ee" providerId="LiveId" clId="{68D6575E-1163-4F23-BCBF-E9B223140C1F}" dt="2024-03-13T12:12:43.322" v="2145" actId="1076"/>
        <pc:sldMkLst>
          <pc:docMk/>
          <pc:sldMk cId="4289724026" sldId="309"/>
        </pc:sldMkLst>
      </pc:sldChg>
      <pc:sldChg chg="addSp modSp add del mod">
        <pc:chgData name="Gabriela Nunes Lopes" userId="8eacf352355886ee" providerId="LiveId" clId="{68D6575E-1163-4F23-BCBF-E9B223140C1F}" dt="2024-02-29T14:21:01.750" v="1800" actId="47"/>
        <pc:sldMkLst>
          <pc:docMk/>
          <pc:sldMk cId="4161139040" sldId="310"/>
        </pc:sldMkLst>
      </pc:sldChg>
      <pc:sldChg chg="addSp modSp add del mod">
        <pc:chgData name="Gabriela Nunes Lopes" userId="8eacf352355886ee" providerId="LiveId" clId="{68D6575E-1163-4F23-BCBF-E9B223140C1F}" dt="2024-02-29T14:21:01.750" v="1800" actId="47"/>
        <pc:sldMkLst>
          <pc:docMk/>
          <pc:sldMk cId="3925235608" sldId="311"/>
        </pc:sldMkLst>
      </pc:sldChg>
      <pc:sldChg chg="modSp new mod">
        <pc:chgData name="Gabriela Nunes Lopes" userId="8eacf352355886ee" providerId="LiveId" clId="{68D6575E-1163-4F23-BCBF-E9B223140C1F}" dt="2024-03-04T19:18:45.134" v="1953" actId="1076"/>
        <pc:sldMkLst>
          <pc:docMk/>
          <pc:sldMk cId="4136482764" sldId="312"/>
        </pc:sldMkLst>
      </pc:sldChg>
      <pc:sldChg chg="addSp delSp modSp add mod ord">
        <pc:chgData name="Gabriela Nunes Lopes" userId="8eacf352355886ee" providerId="LiveId" clId="{68D6575E-1163-4F23-BCBF-E9B223140C1F}" dt="2024-03-04T19:17:52.289" v="1951" actId="20577"/>
        <pc:sldMkLst>
          <pc:docMk/>
          <pc:sldMk cId="1924170725" sldId="313"/>
        </pc:sldMkLst>
      </pc:sldChg>
      <pc:sldChg chg="new del">
        <pc:chgData name="Gabriela Nunes Lopes" userId="8eacf352355886ee" providerId="LiveId" clId="{68D6575E-1163-4F23-BCBF-E9B223140C1F}" dt="2024-02-29T13:28:13.202" v="1214" actId="47"/>
        <pc:sldMkLst>
          <pc:docMk/>
          <pc:sldMk cId="3735613884" sldId="313"/>
        </pc:sldMkLst>
      </pc:sldChg>
      <pc:sldChg chg="addSp delSp modSp add mod ord modClrScheme chgLayout">
        <pc:chgData name="Gabriela Nunes Lopes" userId="8eacf352355886ee" providerId="LiveId" clId="{68D6575E-1163-4F23-BCBF-E9B223140C1F}" dt="2024-03-13T12:07:11.852" v="2080" actId="207"/>
        <pc:sldMkLst>
          <pc:docMk/>
          <pc:sldMk cId="2590492471" sldId="314"/>
        </pc:sldMkLst>
      </pc:sldChg>
      <pc:sldChg chg="addSp modSp add mod ord">
        <pc:chgData name="Gabriela Nunes Lopes" userId="8eacf352355886ee" providerId="LiveId" clId="{68D6575E-1163-4F23-BCBF-E9B223140C1F}" dt="2024-03-13T12:07:30.492" v="2081" actId="207"/>
        <pc:sldMkLst>
          <pc:docMk/>
          <pc:sldMk cId="3143173034" sldId="315"/>
        </pc:sldMkLst>
      </pc:sldChg>
      <pc:sldChg chg="modSp add del mod">
        <pc:chgData name="Gabriela Nunes Lopes" userId="8eacf352355886ee" providerId="LiveId" clId="{68D6575E-1163-4F23-BCBF-E9B223140C1F}" dt="2024-02-29T14:03:30.806" v="1443" actId="47"/>
        <pc:sldMkLst>
          <pc:docMk/>
          <pc:sldMk cId="1417724219" sldId="316"/>
        </pc:sldMkLst>
      </pc:sldChg>
      <pc:sldChg chg="addSp delSp modSp add mod modNotesTx">
        <pc:chgData name="Gabriela Nunes Lopes" userId="8eacf352355886ee" providerId="LiveId" clId="{68D6575E-1163-4F23-BCBF-E9B223140C1F}" dt="2024-03-11T18:26:46.672" v="2019" actId="20577"/>
        <pc:sldMkLst>
          <pc:docMk/>
          <pc:sldMk cId="1663776989" sldId="317"/>
        </pc:sldMkLst>
      </pc:sldChg>
      <pc:sldChg chg="modSp add mod modClrScheme chgLayout">
        <pc:chgData name="Gabriela Nunes Lopes" userId="8eacf352355886ee" providerId="LiveId" clId="{68D6575E-1163-4F23-BCBF-E9B223140C1F}" dt="2024-03-13T20:50:32.541" v="2166" actId="700"/>
        <pc:sldMkLst>
          <pc:docMk/>
          <pc:sldMk cId="533121678" sldId="318"/>
        </pc:sldMkLst>
      </pc:sldChg>
      <pc:sldChg chg="modSp add mod">
        <pc:chgData name="Gabriela Nunes Lopes" userId="8eacf352355886ee" providerId="LiveId" clId="{68D6575E-1163-4F23-BCBF-E9B223140C1F}" dt="2024-03-13T12:08:51.649" v="2085" actId="732"/>
        <pc:sldMkLst>
          <pc:docMk/>
          <pc:sldMk cId="1940948335" sldId="319"/>
        </pc:sldMkLst>
      </pc:sldChg>
      <pc:sldChg chg="addSp modSp add mod">
        <pc:chgData name="Gabriela Nunes Lopes" userId="8eacf352355886ee" providerId="LiveId" clId="{68D6575E-1163-4F23-BCBF-E9B223140C1F}" dt="2024-02-29T14:23:50.067" v="1828" actId="207"/>
        <pc:sldMkLst>
          <pc:docMk/>
          <pc:sldMk cId="419952010" sldId="320"/>
        </pc:sldMkLst>
      </pc:sldChg>
      <pc:sldChg chg="add del">
        <pc:chgData name="Gabriela Nunes Lopes" userId="8eacf352355886ee" providerId="LiveId" clId="{68D6575E-1163-4F23-BCBF-E9B223140C1F}" dt="2024-02-29T13:35:54.811" v="1250" actId="47"/>
        <pc:sldMkLst>
          <pc:docMk/>
          <pc:sldMk cId="1751094915" sldId="320"/>
        </pc:sldMkLst>
      </pc:sldChg>
      <pc:sldChg chg="new del">
        <pc:chgData name="Gabriela Nunes Lopes" userId="8eacf352355886ee" providerId="LiveId" clId="{68D6575E-1163-4F23-BCBF-E9B223140C1F}" dt="2024-02-29T14:20:36.945" v="1795" actId="47"/>
        <pc:sldMkLst>
          <pc:docMk/>
          <pc:sldMk cId="1288304690" sldId="321"/>
        </pc:sldMkLst>
      </pc:sldChg>
    </pc:docChg>
  </pc:docChgLst>
  <pc:docChgLst>
    <pc:chgData name="Gabriela Nunes Lopes" userId="8eacf352355886ee" providerId="LiveId" clId="{238A764F-B33A-4167-95EA-26A8D94DF87F}"/>
    <pc:docChg chg="undo custSel addSld delSld modSld">
      <pc:chgData name="Gabriela Nunes Lopes" userId="8eacf352355886ee" providerId="LiveId" clId="{238A764F-B33A-4167-95EA-26A8D94DF87F}" dt="2024-02-26T19:30:02.377" v="2040" actId="27636"/>
      <pc:docMkLst>
        <pc:docMk/>
      </pc:docMkLst>
      <pc:sldChg chg="addSp modSp mod">
        <pc:chgData name="Gabriela Nunes Lopes" userId="8eacf352355886ee" providerId="LiveId" clId="{238A764F-B33A-4167-95EA-26A8D94DF87F}" dt="2024-02-26T18:43:42.004" v="63" actId="1076"/>
        <pc:sldMkLst>
          <pc:docMk/>
          <pc:sldMk cId="0" sldId="256"/>
        </pc:sldMkLst>
      </pc:sldChg>
      <pc:sldChg chg="modSp mod">
        <pc:chgData name="Gabriela Nunes Lopes" userId="8eacf352355886ee" providerId="LiveId" clId="{238A764F-B33A-4167-95EA-26A8D94DF87F}" dt="2024-02-26T18:51:08.503" v="764" actId="207"/>
        <pc:sldMkLst>
          <pc:docMk/>
          <pc:sldMk cId="0" sldId="257"/>
        </pc:sldMkLst>
      </pc:sldChg>
      <pc:sldChg chg="del">
        <pc:chgData name="Gabriela Nunes Lopes" userId="8eacf352355886ee" providerId="LiveId" clId="{238A764F-B33A-4167-95EA-26A8D94DF87F}" dt="2024-02-26T18:50:53.114" v="763" actId="47"/>
        <pc:sldMkLst>
          <pc:docMk/>
          <pc:sldMk cId="0" sldId="258"/>
        </pc:sldMkLst>
      </pc:sldChg>
      <pc:sldChg chg="del">
        <pc:chgData name="Gabriela Nunes Lopes" userId="8eacf352355886ee" providerId="LiveId" clId="{238A764F-B33A-4167-95EA-26A8D94DF87F}" dt="2024-02-26T18:42:37.659" v="0" actId="47"/>
        <pc:sldMkLst>
          <pc:docMk/>
          <pc:sldMk cId="0" sldId="259"/>
        </pc:sldMkLst>
      </pc:sldChg>
      <pc:sldChg chg="del">
        <pc:chgData name="Gabriela Nunes Lopes" userId="8eacf352355886ee" providerId="LiveId" clId="{238A764F-B33A-4167-95EA-26A8D94DF87F}" dt="2024-02-26T18:42:37.659" v="0" actId="47"/>
        <pc:sldMkLst>
          <pc:docMk/>
          <pc:sldMk cId="0" sldId="260"/>
        </pc:sldMkLst>
      </pc:sldChg>
      <pc:sldChg chg="modSp del mod">
        <pc:chgData name="Gabriela Nunes Lopes" userId="8eacf352355886ee" providerId="LiveId" clId="{238A764F-B33A-4167-95EA-26A8D94DF87F}" dt="2024-02-26T19:22:49.764" v="1943" actId="47"/>
        <pc:sldMkLst>
          <pc:docMk/>
          <pc:sldMk cId="0" sldId="261"/>
        </pc:sldMkLst>
      </pc:sldChg>
      <pc:sldChg chg="del">
        <pc:chgData name="Gabriela Nunes Lopes" userId="8eacf352355886ee" providerId="LiveId" clId="{238A764F-B33A-4167-95EA-26A8D94DF87F}" dt="2024-02-26T19:22:54.336" v="1944" actId="47"/>
        <pc:sldMkLst>
          <pc:docMk/>
          <pc:sldMk cId="3807684995" sldId="263"/>
        </pc:sldMkLst>
      </pc:sldChg>
      <pc:sldChg chg="modSp new mod">
        <pc:chgData name="Gabriela Nunes Lopes" userId="8eacf352355886ee" providerId="LiveId" clId="{238A764F-B33A-4167-95EA-26A8D94DF87F}" dt="2024-02-26T19:19:57.739" v="1940" actId="20577"/>
        <pc:sldMkLst>
          <pc:docMk/>
          <pc:sldMk cId="853310626" sldId="264"/>
        </pc:sldMkLst>
      </pc:sldChg>
      <pc:sldChg chg="new del">
        <pc:chgData name="Gabriela Nunes Lopes" userId="8eacf352355886ee" providerId="LiveId" clId="{238A764F-B33A-4167-95EA-26A8D94DF87F}" dt="2024-02-26T18:49:56.222" v="762" actId="47"/>
        <pc:sldMkLst>
          <pc:docMk/>
          <pc:sldMk cId="558230716" sldId="265"/>
        </pc:sldMkLst>
      </pc:sldChg>
      <pc:sldChg chg="modSp add mod">
        <pc:chgData name="Gabriela Nunes Lopes" userId="8eacf352355886ee" providerId="LiveId" clId="{238A764F-B33A-4167-95EA-26A8D94DF87F}" dt="2024-02-26T19:20:11.285" v="1941" actId="20577"/>
        <pc:sldMkLst>
          <pc:docMk/>
          <pc:sldMk cId="2482204830" sldId="266"/>
        </pc:sldMkLst>
      </pc:sldChg>
      <pc:sldChg chg="modSp add mod">
        <pc:chgData name="Gabriela Nunes Lopes" userId="8eacf352355886ee" providerId="LiveId" clId="{238A764F-B33A-4167-95EA-26A8D94DF87F}" dt="2024-02-26T19:20:24.296" v="1942" actId="20577"/>
        <pc:sldMkLst>
          <pc:docMk/>
          <pc:sldMk cId="1127492932" sldId="267"/>
        </pc:sldMkLst>
      </pc:sldChg>
      <pc:sldChg chg="modSp add mod">
        <pc:chgData name="Gabriela Nunes Lopes" userId="8eacf352355886ee" providerId="LiveId" clId="{238A764F-B33A-4167-95EA-26A8D94DF87F}" dt="2024-02-26T19:30:02.377" v="2040" actId="27636"/>
        <pc:sldMkLst>
          <pc:docMk/>
          <pc:sldMk cId="887727809" sldId="268"/>
        </pc:sldMkLst>
      </pc:sldChg>
      <pc:sldChg chg="modSp add mod">
        <pc:chgData name="Gabriela Nunes Lopes" userId="8eacf352355886ee" providerId="LiveId" clId="{238A764F-B33A-4167-95EA-26A8D94DF87F}" dt="2024-02-26T19:00:44.291" v="1900" actId="20577"/>
        <pc:sldMkLst>
          <pc:docMk/>
          <pc:sldMk cId="2002521194" sldId="269"/>
        </pc:sldMkLst>
      </pc:sldChg>
      <pc:sldChg chg="addSp delSp modSp add mod">
        <pc:chgData name="Gabriela Nunes Lopes" userId="8eacf352355886ee" providerId="LiveId" clId="{238A764F-B33A-4167-95EA-26A8D94DF87F}" dt="2024-02-26T19:04:25.048" v="1939" actId="1076"/>
        <pc:sldMkLst>
          <pc:docMk/>
          <pc:sldMk cId="1964011590" sldId="270"/>
        </pc:sldMkLst>
      </pc:sldChg>
      <pc:sldChg chg="addSp delSp modSp add mod modClrScheme chgLayout">
        <pc:chgData name="Gabriela Nunes Lopes" userId="8eacf352355886ee" providerId="LiveId" clId="{238A764F-B33A-4167-95EA-26A8D94DF87F}" dt="2024-02-26T19:24:08.576" v="2031" actId="20577"/>
        <pc:sldMkLst>
          <pc:docMk/>
          <pc:sldMk cId="1545916917" sldId="271"/>
        </pc:sldMkLst>
      </pc:sldChg>
      <pc:sldChg chg="modSp new del mod">
        <pc:chgData name="Gabriela Nunes Lopes" userId="8eacf352355886ee" providerId="LiveId" clId="{238A764F-B33A-4167-95EA-26A8D94DF87F}" dt="2024-02-26T19:23:03.540" v="1950" actId="47"/>
        <pc:sldMkLst>
          <pc:docMk/>
          <pc:sldMk cId="2722107829" sldId="271"/>
        </pc:sldMkLst>
      </pc:sldChg>
    </pc:docChg>
  </pc:docChgLst>
  <pc:docChgLst>
    <pc:chgData name="Gabriela Nunes Lopes" userId="8eacf352355886ee" providerId="LiveId" clId="{83920475-FA47-42B8-B49E-EAB49BD140CA}"/>
    <pc:docChg chg="undo custSel modSld">
      <pc:chgData name="Gabriela Nunes Lopes" userId="8eacf352355886ee" providerId="LiveId" clId="{83920475-FA47-42B8-B49E-EAB49BD140CA}" dt="2024-02-29T11:29:23.728" v="207" actId="6549"/>
      <pc:docMkLst>
        <pc:docMk/>
      </pc:docMkLst>
      <pc:sldChg chg="modSp mod">
        <pc:chgData name="Gabriela Nunes Lopes" userId="8eacf352355886ee" providerId="LiveId" clId="{83920475-FA47-42B8-B49E-EAB49BD140CA}" dt="2024-02-26T23:11:31.728" v="85" actId="207"/>
        <pc:sldMkLst>
          <pc:docMk/>
          <pc:sldMk cId="0" sldId="256"/>
        </pc:sldMkLst>
      </pc:sldChg>
      <pc:sldChg chg="modSp mod">
        <pc:chgData name="Gabriela Nunes Lopes" userId="8eacf352355886ee" providerId="LiveId" clId="{83920475-FA47-42B8-B49E-EAB49BD140CA}" dt="2024-02-29T11:29:23.728" v="207" actId="6549"/>
        <pc:sldMkLst>
          <pc:docMk/>
          <pc:sldMk cId="0" sldId="257"/>
        </pc:sldMkLst>
      </pc:sldChg>
      <pc:sldChg chg="modSp mod">
        <pc:chgData name="Gabriela Nunes Lopes" userId="8eacf352355886ee" providerId="LiveId" clId="{83920475-FA47-42B8-B49E-EAB49BD140CA}" dt="2024-02-29T11:29:04.088" v="206" actId="123"/>
        <pc:sldMkLst>
          <pc:docMk/>
          <pc:sldMk cId="853310626" sldId="264"/>
        </pc:sldMkLst>
      </pc:sldChg>
      <pc:sldChg chg="modSp mod">
        <pc:chgData name="Gabriela Nunes Lopes" userId="8eacf352355886ee" providerId="LiveId" clId="{83920475-FA47-42B8-B49E-EAB49BD140CA}" dt="2024-02-28T14:28:20.216" v="202" actId="20577"/>
        <pc:sldMkLst>
          <pc:docMk/>
          <pc:sldMk cId="1127492932" sldId="267"/>
        </pc:sldMkLst>
      </pc:sldChg>
      <pc:sldChg chg="modSp mod">
        <pc:chgData name="Gabriela Nunes Lopes" userId="8eacf352355886ee" providerId="LiveId" clId="{83920475-FA47-42B8-B49E-EAB49BD140CA}" dt="2024-02-26T23:15:48.188" v="174" actId="20577"/>
        <pc:sldMkLst>
          <pc:docMk/>
          <pc:sldMk cId="887727809" sldId="268"/>
        </pc:sldMkLst>
      </pc:sldChg>
      <pc:sldChg chg="addSp delSp modSp mod">
        <pc:chgData name="Gabriela Nunes Lopes" userId="8eacf352355886ee" providerId="LiveId" clId="{83920475-FA47-42B8-B49E-EAB49BD140CA}" dt="2024-02-26T23:17:19.697" v="188" actId="14100"/>
        <pc:sldMkLst>
          <pc:docMk/>
          <pc:sldMk cId="1964011590" sldId="270"/>
        </pc:sldMkLst>
      </pc:sldChg>
    </pc:docChg>
  </pc:docChgLst>
  <pc:docChgLst>
    <pc:chgData name="Gabriela Nunes Lopes" userId="8eacf352355886ee" providerId="LiveId" clId="{D4C710BF-ACDC-4E22-BC43-BE974127C6A1}"/>
    <pc:docChg chg="undo custSel modSld">
      <pc:chgData name="Gabriela Nunes Lopes" userId="8eacf352355886ee" providerId="LiveId" clId="{D4C710BF-ACDC-4E22-BC43-BE974127C6A1}" dt="2024-09-07T14:07:14.929" v="15" actId="27636"/>
      <pc:docMkLst>
        <pc:docMk/>
      </pc:docMkLst>
      <pc:sldChg chg="modSp mod">
        <pc:chgData name="Gabriela Nunes Lopes" userId="8eacf352355886ee" providerId="LiveId" clId="{D4C710BF-ACDC-4E22-BC43-BE974127C6A1}" dt="2024-09-07T14:07:08.409" v="11" actId="1076"/>
        <pc:sldMkLst>
          <pc:docMk/>
          <pc:sldMk cId="970011374" sldId="301"/>
        </pc:sldMkLst>
      </pc:sldChg>
      <pc:sldChg chg="modSp mod">
        <pc:chgData name="Gabriela Nunes Lopes" userId="8eacf352355886ee" providerId="LiveId" clId="{D4C710BF-ACDC-4E22-BC43-BE974127C6A1}" dt="2024-09-07T14:07:14.929" v="15" actId="27636"/>
        <pc:sldMkLst>
          <pc:docMk/>
          <pc:sldMk cId="4212643942" sldId="302"/>
        </pc:sldMkLst>
      </pc:sldChg>
      <pc:sldChg chg="modSp mod">
        <pc:chgData name="Gabriela Nunes Lopes" userId="8eacf352355886ee" providerId="LiveId" clId="{D4C710BF-ACDC-4E22-BC43-BE974127C6A1}" dt="2024-09-07T14:06:52.439" v="7" actId="1076"/>
        <pc:sldMkLst>
          <pc:docMk/>
          <pc:sldMk cId="533121678" sldId="31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pt-BR" sz="1800" b="0" strike="noStrike" spc="-1">
                <a:solidFill>
                  <a:srgbClr val="000000"/>
                </a:solidFill>
                <a:latin typeface="Arial"/>
              </a:rPr>
              <a:t>Clique para mover o slide</a:t>
            </a:r>
          </a:p>
        </p:txBody>
      </p:sp>
      <p:sp>
        <p:nvSpPr>
          <p:cNvPr id="8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pt-BR" sz="2000" b="0" strike="noStrike" spc="-1">
                <a:solidFill>
                  <a:srgbClr val="000000"/>
                </a:solidFill>
                <a:latin typeface="Arial"/>
              </a:rPr>
              <a:t>Clique para editar o formato de notas</a:t>
            </a:r>
          </a:p>
        </p:txBody>
      </p:sp>
      <p:sp>
        <p:nvSpPr>
          <p:cNvPr id="8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pt-BR" sz="1400" b="0" strike="noStrike" spc="-1">
                <a:solidFill>
                  <a:srgbClr val="000000"/>
                </a:solidFill>
                <a:latin typeface="Times New Roman"/>
              </a:rPr>
              <a:t>&lt;cabeçalho&gt;</a:t>
            </a:r>
          </a:p>
        </p:txBody>
      </p:sp>
      <p:sp>
        <p:nvSpPr>
          <p:cNvPr id="84"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pt-BR" sz="1400" b="0" strike="noStrike" spc="-1">
                <a:solidFill>
                  <a:srgbClr val="000000"/>
                </a:solidFill>
                <a:latin typeface="Times New Roman"/>
              </a:defRPr>
            </a:lvl1pPr>
          </a:lstStyle>
          <a:p>
            <a:pPr indent="0" algn="r">
              <a:buNone/>
            </a:pPr>
            <a:r>
              <a:rPr lang="pt-BR" sz="1400" b="0" strike="noStrike" spc="-1">
                <a:solidFill>
                  <a:srgbClr val="000000"/>
                </a:solidFill>
                <a:latin typeface="Times New Roman"/>
              </a:rPr>
              <a:t>&lt;data/hora&gt;</a:t>
            </a:r>
          </a:p>
        </p:txBody>
      </p:sp>
      <p:sp>
        <p:nvSpPr>
          <p:cNvPr id="85"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pt-BR" sz="1400" b="0" strike="noStrike" spc="-1">
                <a:solidFill>
                  <a:srgbClr val="000000"/>
                </a:solidFill>
                <a:latin typeface="Times New Roman"/>
              </a:defRPr>
            </a:lvl1pPr>
          </a:lstStyle>
          <a:p>
            <a:pPr indent="0">
              <a:buNone/>
            </a:pPr>
            <a:r>
              <a:rPr lang="pt-BR" sz="1400" b="0" strike="noStrike" spc="-1">
                <a:solidFill>
                  <a:srgbClr val="000000"/>
                </a:solidFill>
                <a:latin typeface="Times New Roman"/>
              </a:rPr>
              <a:t>&lt;rodapé&gt;</a:t>
            </a:r>
          </a:p>
        </p:txBody>
      </p:sp>
      <p:sp>
        <p:nvSpPr>
          <p:cNvPr id="86"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pt-BR" sz="1400" b="0" strike="noStrike" spc="-1">
                <a:solidFill>
                  <a:srgbClr val="000000"/>
                </a:solidFill>
                <a:latin typeface="Times New Roman"/>
              </a:defRPr>
            </a:lvl1pPr>
          </a:lstStyle>
          <a:p>
            <a:pPr indent="0" algn="r">
              <a:buNone/>
            </a:pPr>
            <a:fld id="{5521E051-C29E-48BE-A4BA-90E6AC988936}" type="slidenum">
              <a:rPr lang="pt-BR" sz="1400" b="0" strike="noStrike" spc="-1">
                <a:solidFill>
                  <a:srgbClr val="000000"/>
                </a:solidFill>
                <a:latin typeface="Times New Roman"/>
              </a:rPr>
              <a:t>‹nº›</a:t>
            </a:fld>
            <a:endParaRPr lang="pt-BR"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1108075" y="812800"/>
            <a:ext cx="5343525" cy="4008438"/>
          </a:xfrm>
        </p:spPr>
      </p:sp>
      <p:sp>
        <p:nvSpPr>
          <p:cNvPr id="3" name="Espaço Reservado para Anotações 2"/>
          <p:cNvSpPr>
            <a:spLocks noGrp="1"/>
          </p:cNvSpPr>
          <p:nvPr>
            <p:ph type="body" idx="1"/>
          </p:nvPr>
        </p:nvSpPr>
        <p:spPr/>
        <p:txBody>
          <a:bodyPr/>
          <a:lstStyle/>
          <a:p>
            <a:pPr marL="285750" indent="-285750" algn="just">
              <a:buFont typeface="Arial" panose="020B0604020202020204" pitchFamily="34" charset="0"/>
              <a:buChar char="•"/>
            </a:pPr>
            <a:r>
              <a:rPr lang="pt-BR" sz="1200" b="0" i="0" dirty="0">
                <a:solidFill>
                  <a:srgbClr val="0D0D0D"/>
                </a:solidFill>
                <a:effectLst/>
              </a:rPr>
              <a:t>. Essa tarefa de otimização envolve considerar um grande número de objetivos que competem entre si.</a:t>
            </a:r>
          </a:p>
          <a:p>
            <a:pPr marL="285750" indent="-285750" algn="just">
              <a:buFont typeface="Arial" panose="020B0604020202020204" pitchFamily="34" charset="0"/>
              <a:buChar char="•"/>
            </a:pPr>
            <a:r>
              <a:rPr lang="pt-BR" sz="1200" b="0" i="0" dirty="0">
                <a:solidFill>
                  <a:srgbClr val="0D0D0D"/>
                </a:solidFill>
                <a:effectLst/>
              </a:rPr>
              <a:t>Por exemplo, os alunos podem desejar ter no máximo duas aulas seguidas</a:t>
            </a:r>
          </a:p>
          <a:p>
            <a:pPr marL="285750" indent="-285750" algn="just">
              <a:buFont typeface="Arial" panose="020B0604020202020204" pitchFamily="34" charset="0"/>
              <a:buChar char="•"/>
            </a:pPr>
            <a:r>
              <a:rPr lang="pt-BR" sz="1200" dirty="0">
                <a:solidFill>
                  <a:srgbClr val="0D0D0D"/>
                </a:solidFill>
              </a:rPr>
              <a:t>E</a:t>
            </a:r>
            <a:r>
              <a:rPr lang="pt-BR" sz="1200" b="0" i="0" dirty="0">
                <a:solidFill>
                  <a:srgbClr val="0D0D0D"/>
                </a:solidFill>
                <a:effectLst/>
              </a:rPr>
              <a:t>nquanto seus professores podem estar mais preocupados em ter dias inteiros livres para realizar pesquisas. </a:t>
            </a:r>
          </a:p>
          <a:p>
            <a:pPr marL="285750" indent="-285750" algn="just">
              <a:buFont typeface="Arial" panose="020B0604020202020204" pitchFamily="34" charset="0"/>
              <a:buChar char="•"/>
            </a:pPr>
            <a:r>
              <a:rPr lang="pt-BR" sz="1200" b="0" i="0" dirty="0">
                <a:solidFill>
                  <a:srgbClr val="0D0D0D"/>
                </a:solidFill>
                <a:effectLst/>
              </a:rPr>
              <a:t>Enquanto isso, o principal objetivo da administração universitária pode ser tornar a utilização das salas mais eficiente, ou reduzir a quantidade de movimentação ao redor ou entre os prédios</a:t>
            </a:r>
          </a:p>
          <a:p>
            <a:endParaRPr lang="pt-BR" dirty="0"/>
          </a:p>
        </p:txBody>
      </p:sp>
      <p:sp>
        <p:nvSpPr>
          <p:cNvPr id="4" name="Espaço Reservado para Número de Slide 3"/>
          <p:cNvSpPr>
            <a:spLocks noGrp="1"/>
          </p:cNvSpPr>
          <p:nvPr>
            <p:ph type="sldNum" idx="3"/>
          </p:nvPr>
        </p:nvSpPr>
        <p:spPr/>
        <p:txBody>
          <a:bodyPr/>
          <a:lstStyle/>
          <a:p>
            <a:pPr indent="0" algn="r">
              <a:buNone/>
            </a:pPr>
            <a:fld id="{5521E051-C29E-48BE-A4BA-90E6AC988936}" type="slidenum">
              <a:rPr lang="pt-BR" sz="1400" b="0" strike="noStrike" spc="-1" smtClean="0">
                <a:solidFill>
                  <a:srgbClr val="000000"/>
                </a:solidFill>
                <a:latin typeface="Times New Roman"/>
              </a:rPr>
              <a:t>9</a:t>
            </a:fld>
            <a:endParaRPr lang="pt-BR" sz="1400" b="0" strike="noStrike" spc="-1">
              <a:solidFill>
                <a:srgbClr val="000000"/>
              </a:solidFill>
              <a:latin typeface="Times New Roman"/>
            </a:endParaRPr>
          </a:p>
        </p:txBody>
      </p:sp>
    </p:spTree>
    <p:extLst>
      <p:ext uri="{BB962C8B-B14F-4D97-AF65-F5344CB8AC3E}">
        <p14:creationId xmlns:p14="http://schemas.microsoft.com/office/powerpoint/2010/main" val="43409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4"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pt-BR"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6"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8"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9"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endParaRPr lang="pt-BR"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1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14"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15"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17"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18"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19"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21"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22"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23"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25"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26"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28"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29"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0"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1"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33"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4"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5"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6"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7"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38"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46" name="PlaceHolder 2"/>
          <p:cNvSpPr>
            <a:spLocks noGrp="1"/>
          </p:cNvSpPr>
          <p:nvPr>
            <p:ph type="subTitle"/>
          </p:nvPr>
        </p:nvSpPr>
        <p:spPr>
          <a:xfrm>
            <a:off x="457200" y="1604520"/>
            <a:ext cx="8229240" cy="3977280"/>
          </a:xfrm>
          <a:prstGeom prst="rect">
            <a:avLst/>
          </a:prstGeom>
          <a:noFill/>
          <a:ln w="0">
            <a:noFill/>
          </a:ln>
        </p:spPr>
        <p:txBody>
          <a:bodyPr lIns="0" tIns="0" rIns="0" bIns="0" anchor="ctr">
            <a:noAutofit/>
          </a:bodyPr>
          <a:lstStyle/>
          <a:p>
            <a:pPr indent="0" algn="ctr">
              <a:buNone/>
            </a:pPr>
            <a:endParaRPr lang="pt-BR" sz="3200" b="0" strike="noStrike" spc="-1">
              <a:solidFill>
                <a:srgbClr val="000000"/>
              </a:solid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4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50"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51"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3600"/>
            <a:ext cx="8229240" cy="5307840"/>
          </a:xfrm>
          <a:prstGeom prst="rect">
            <a:avLst/>
          </a:prstGeom>
          <a:noFill/>
          <a:ln w="0">
            <a:noFill/>
          </a:ln>
        </p:spPr>
        <p:txBody>
          <a:bodyPr lIns="0" tIns="0" rIns="0" bIns="0" anchor="ctr">
            <a:noAutofit/>
          </a:bodyPr>
          <a:lstStyle/>
          <a:p>
            <a:pPr algn="ctr"/>
            <a:endParaRPr lang="pt-BR" sz="3200" b="0" strike="noStrike" spc="-1">
              <a:solidFill>
                <a:srgbClr val="000000"/>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55"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56" name="PlaceHolder 3"/>
          <p:cNvSpPr>
            <a:spLocks noGrp="1"/>
          </p:cNvSpPr>
          <p:nvPr>
            <p:ph/>
          </p:nvPr>
        </p:nvSpPr>
        <p:spPr>
          <a:xfrm>
            <a:off x="467424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57"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59" name="PlaceHolder 2"/>
          <p:cNvSpPr>
            <a:spLocks noGrp="1"/>
          </p:cNvSpPr>
          <p:nvPr>
            <p:ph/>
          </p:nvPr>
        </p:nvSpPr>
        <p:spPr>
          <a:xfrm>
            <a:off x="457200" y="1604520"/>
            <a:ext cx="4015800" cy="397728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0"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1" name="PlaceHolder 4"/>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63"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4"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5" name="PlaceHolder 4"/>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67" name="PlaceHolder 2"/>
          <p:cNvSpPr>
            <a:spLocks noGrp="1"/>
          </p:cNvSpPr>
          <p:nvPr>
            <p:ph/>
          </p:nvPr>
        </p:nvSpPr>
        <p:spPr>
          <a:xfrm>
            <a:off x="457200" y="160452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68" name="PlaceHolder 3"/>
          <p:cNvSpPr>
            <a:spLocks noGrp="1"/>
          </p:cNvSpPr>
          <p:nvPr>
            <p:ph/>
          </p:nvPr>
        </p:nvSpPr>
        <p:spPr>
          <a:xfrm>
            <a:off x="457200" y="3682080"/>
            <a:ext cx="822924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70" name="PlaceHolder 2"/>
          <p:cNvSpPr>
            <a:spLocks noGrp="1"/>
          </p:cNvSpPr>
          <p:nvPr>
            <p:ph/>
          </p:nvPr>
        </p:nvSpPr>
        <p:spPr>
          <a:xfrm>
            <a:off x="45720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1" name="PlaceHolder 3"/>
          <p:cNvSpPr>
            <a:spLocks noGrp="1"/>
          </p:cNvSpPr>
          <p:nvPr>
            <p:ph/>
          </p:nvPr>
        </p:nvSpPr>
        <p:spPr>
          <a:xfrm>
            <a:off x="4674240" y="160452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2" name="PlaceHolder 4"/>
          <p:cNvSpPr>
            <a:spLocks noGrp="1"/>
          </p:cNvSpPr>
          <p:nvPr>
            <p:ph/>
          </p:nvPr>
        </p:nvSpPr>
        <p:spPr>
          <a:xfrm>
            <a:off x="45720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3" name="PlaceHolder 5"/>
          <p:cNvSpPr>
            <a:spLocks noGrp="1"/>
          </p:cNvSpPr>
          <p:nvPr>
            <p:ph/>
          </p:nvPr>
        </p:nvSpPr>
        <p:spPr>
          <a:xfrm>
            <a:off x="4674240" y="3682080"/>
            <a:ext cx="40158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endParaRPr lang="pt-BR" sz="1800" b="0" strike="noStrike" spc="-1">
              <a:solidFill>
                <a:srgbClr val="000000"/>
              </a:solidFill>
              <a:latin typeface="Arial"/>
            </a:endParaRPr>
          </a:p>
        </p:txBody>
      </p:sp>
      <p:sp>
        <p:nvSpPr>
          <p:cNvPr id="75" name="PlaceHolder 2"/>
          <p:cNvSpPr>
            <a:spLocks noGrp="1"/>
          </p:cNvSpPr>
          <p:nvPr>
            <p:ph/>
          </p:nvPr>
        </p:nvSpPr>
        <p:spPr>
          <a:xfrm>
            <a:off x="45720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6" name="PlaceHolder 3"/>
          <p:cNvSpPr>
            <a:spLocks noGrp="1"/>
          </p:cNvSpPr>
          <p:nvPr>
            <p:ph/>
          </p:nvPr>
        </p:nvSpPr>
        <p:spPr>
          <a:xfrm>
            <a:off x="323964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7" name="PlaceHolder 4"/>
          <p:cNvSpPr>
            <a:spLocks noGrp="1"/>
          </p:cNvSpPr>
          <p:nvPr>
            <p:ph/>
          </p:nvPr>
        </p:nvSpPr>
        <p:spPr>
          <a:xfrm>
            <a:off x="6022080" y="160452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8" name="PlaceHolder 5"/>
          <p:cNvSpPr>
            <a:spLocks noGrp="1"/>
          </p:cNvSpPr>
          <p:nvPr>
            <p:ph/>
          </p:nvPr>
        </p:nvSpPr>
        <p:spPr>
          <a:xfrm>
            <a:off x="45720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79" name="PlaceHolder 6"/>
          <p:cNvSpPr>
            <a:spLocks noGrp="1"/>
          </p:cNvSpPr>
          <p:nvPr>
            <p:ph/>
          </p:nvPr>
        </p:nvSpPr>
        <p:spPr>
          <a:xfrm>
            <a:off x="323964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
        <p:nvSpPr>
          <p:cNvPr id="80" name="PlaceHolder 7"/>
          <p:cNvSpPr>
            <a:spLocks noGrp="1"/>
          </p:cNvSpPr>
          <p:nvPr>
            <p:ph/>
          </p:nvPr>
        </p:nvSpPr>
        <p:spPr>
          <a:xfrm>
            <a:off x="6022080" y="3682080"/>
            <a:ext cx="2649600" cy="1896840"/>
          </a:xfrm>
          <a:prstGeom prst="rect">
            <a:avLst/>
          </a:prstGeom>
          <a:noFill/>
          <a:ln w="0">
            <a:noFill/>
          </a:ln>
        </p:spPr>
        <p:txBody>
          <a:bodyPr lIns="0" tIns="0" rIns="0" bIns="0" anchor="t">
            <a:normAutofit/>
          </a:bodyPr>
          <a:lstStyle/>
          <a:p>
            <a:pPr indent="0">
              <a:lnSpc>
                <a:spcPct val="90000"/>
              </a:lnSpc>
              <a:spcBef>
                <a:spcPts val="1417"/>
              </a:spcBef>
              <a:buNone/>
            </a:pPr>
            <a:endParaRPr lang="pt-BR" sz="2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1026" descr="D:\users\Cesar\puc\Una\fundo.bmp"/>
          <p:cNvPicPr/>
          <p:nvPr/>
        </p:nvPicPr>
        <p:blipFill>
          <a:blip r:embed="rId14"/>
          <a:stretch/>
        </p:blipFill>
        <p:spPr>
          <a:xfrm>
            <a:off x="0" y="0"/>
            <a:ext cx="9142920" cy="6856920"/>
          </a:xfrm>
          <a:prstGeom prst="rect">
            <a:avLst/>
          </a:prstGeom>
          <a:ln w="0">
            <a:noFill/>
          </a:ln>
        </p:spPr>
      </p:pic>
      <p:sp>
        <p:nvSpPr>
          <p:cNvPr id="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pt-BR" sz="1800" b="0" strike="noStrike" spc="-1">
                <a:solidFill>
                  <a:srgbClr val="000000"/>
                </a:solidFill>
                <a:latin typeface="Arial"/>
              </a:rPr>
              <a:t>Clique para editar o formato do texto do título</a:t>
            </a: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pt-BR" sz="2800" b="0" strike="noStrike" spc="-1">
                <a:solidFill>
                  <a:srgbClr val="000000"/>
                </a:solidFill>
                <a:latin typeface="Arial"/>
              </a:rPr>
              <a:t>Clique para editar o formato do texto da estrutura de tópicos</a:t>
            </a:r>
          </a:p>
          <a:p>
            <a:pPr marL="864000" lvl="1" indent="-324000">
              <a:lnSpc>
                <a:spcPct val="90000"/>
              </a:lnSpc>
              <a:spcBef>
                <a:spcPts val="1134"/>
              </a:spcBef>
              <a:buClr>
                <a:srgbClr val="000000"/>
              </a:buClr>
              <a:buSzPct val="75000"/>
              <a:buFont typeface="Symbol" charset="2"/>
              <a:buChar char=""/>
            </a:pPr>
            <a:r>
              <a:rPr lang="pt-BR" sz="2000" b="0" strike="noStrike" spc="-1">
                <a:solidFill>
                  <a:srgbClr val="000000"/>
                </a:solidFill>
                <a:latin typeface="Arial"/>
              </a:rPr>
              <a:t>2.º nível da estrutura de tópicos</a:t>
            </a:r>
          </a:p>
          <a:p>
            <a:pPr marL="1296000" lvl="2" indent="-288000">
              <a:lnSpc>
                <a:spcPct val="90000"/>
              </a:lnSpc>
              <a:spcBef>
                <a:spcPts val="850"/>
              </a:spcBef>
              <a:buClr>
                <a:srgbClr val="000000"/>
              </a:buClr>
              <a:buSzPct val="45000"/>
              <a:buFont typeface="Wingdings" charset="2"/>
              <a:buChar char=""/>
            </a:pPr>
            <a:r>
              <a:rPr lang="pt-BR" sz="1800" b="0" strike="noStrike" spc="-1">
                <a:solidFill>
                  <a:srgbClr val="000000"/>
                </a:solidFill>
                <a:latin typeface="Arial"/>
              </a:rPr>
              <a:t>3.º nível da estrutura de tópicos</a:t>
            </a:r>
          </a:p>
          <a:p>
            <a:pPr marL="1728000" lvl="3" indent="-216000">
              <a:lnSpc>
                <a:spcPct val="90000"/>
              </a:lnSpc>
              <a:spcBef>
                <a:spcPts val="567"/>
              </a:spcBef>
              <a:buClr>
                <a:srgbClr val="000000"/>
              </a:buClr>
              <a:buSzPct val="75000"/>
              <a:buFont typeface="Symbol" charset="2"/>
              <a:buChar char=""/>
            </a:pPr>
            <a:r>
              <a:rPr lang="pt-BR" sz="1800" b="0" strike="noStrike" spc="-1">
                <a:solidFill>
                  <a:srgbClr val="000000"/>
                </a:solidFill>
                <a:latin typeface="Arial"/>
              </a:rPr>
              <a:t>4.º nível da estrutura de tópicos</a:t>
            </a:r>
          </a:p>
          <a:p>
            <a:pPr marL="2160000" lvl="4"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Arial"/>
              </a:rPr>
              <a:t>5.º nível da estrutura de tópicos</a:t>
            </a:r>
          </a:p>
          <a:p>
            <a:pPr marL="2592000" lvl="5"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Arial"/>
              </a:rPr>
              <a:t>6.º nível da estrutura de tópicos</a:t>
            </a:r>
          </a:p>
          <a:p>
            <a:pPr marL="3024000" lvl="6"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Arial"/>
              </a:rPr>
              <a:t>7.º nível da estrutura de tópicos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9" name="Picture 9" descr="D:\users\Cesar\puc\Una\fundo.bmp"/>
          <p:cNvPicPr/>
          <p:nvPr/>
        </p:nvPicPr>
        <p:blipFill>
          <a:blip r:embed="rId14"/>
          <a:stretch/>
        </p:blipFill>
        <p:spPr>
          <a:xfrm>
            <a:off x="0" y="0"/>
            <a:ext cx="9142920" cy="6856920"/>
          </a:xfrm>
          <a:prstGeom prst="rect">
            <a:avLst/>
          </a:prstGeom>
          <a:ln w="0">
            <a:noFill/>
          </a:ln>
        </p:spPr>
      </p:pic>
      <p:sp>
        <p:nvSpPr>
          <p:cNvPr id="40" name="CaixaDeTexto 1"/>
          <p:cNvSpPr/>
          <p:nvPr/>
        </p:nvSpPr>
        <p:spPr>
          <a:xfrm>
            <a:off x="156600" y="6608880"/>
            <a:ext cx="1014120" cy="275760"/>
          </a:xfrm>
          <a:custGeom>
            <a:avLst/>
            <a:gdLst>
              <a:gd name="textAreaLeft" fmla="*/ 0 w 1014120"/>
              <a:gd name="textAreaRight" fmla="*/ 1014480 w 1014120"/>
              <a:gd name="textAreaTop" fmla="*/ 0 h 275760"/>
              <a:gd name="textAreaBottom" fmla="*/ 276120 h 27576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wrap="none" lIns="90000" tIns="46800" rIns="90000" bIns="46800" anchor="t">
            <a:sp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1200" b="0" i="1" strike="noStrike" spc="-1">
                <a:solidFill>
                  <a:srgbClr val="000000"/>
                </a:solidFill>
                <a:latin typeface="Symbol"/>
                <a:ea typeface="Symbol"/>
              </a:rPr>
              <a:t></a:t>
            </a:r>
            <a:r>
              <a:rPr lang="pt-BR" sz="1200" b="0" i="1" strike="noStrike" spc="-1">
                <a:solidFill>
                  <a:srgbClr val="000000"/>
                </a:solidFill>
                <a:latin typeface="Times New Roman"/>
                <a:ea typeface="DejaVu Sans"/>
              </a:rPr>
              <a:t> Raquel Mini</a:t>
            </a:r>
            <a:endParaRPr lang="pt-BR" sz="1200" b="0" strike="noStrike" spc="-1">
              <a:solidFill>
                <a:srgbClr val="000000"/>
              </a:solidFill>
              <a:latin typeface="Arial"/>
            </a:endParaRPr>
          </a:p>
        </p:txBody>
      </p:sp>
      <p:sp>
        <p:nvSpPr>
          <p:cNvPr id="41" name="Rectangle 6"/>
          <p:cNvSpPr/>
          <p:nvPr/>
        </p:nvSpPr>
        <p:spPr>
          <a:xfrm>
            <a:off x="8675640" y="6524640"/>
            <a:ext cx="718200" cy="456120"/>
          </a:xfrm>
          <a:custGeom>
            <a:avLst/>
            <a:gdLst>
              <a:gd name="textAreaLeft" fmla="*/ 0 w 718200"/>
              <a:gd name="textAreaRight" fmla="*/ 718560 w 718200"/>
              <a:gd name="textAreaTop" fmla="*/ 0 h 456120"/>
              <a:gd name="textAreaBottom" fmla="*/ 456480 h 4561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C1CE7A0-E442-494B-873B-2883C60C3FB6}" type="slidenum">
              <a:rPr lang="en-US" sz="1100" b="0" strike="noStrike" spc="-1">
                <a:solidFill>
                  <a:srgbClr val="000000"/>
                </a:solidFill>
                <a:latin typeface="Times New Roman"/>
                <a:ea typeface="DejaVu Sans"/>
              </a:rPr>
              <a:t>‹nº›</a:t>
            </a:fld>
            <a:endParaRPr lang="pt-BR" sz="1100" b="0" strike="noStrike" spc="-1">
              <a:solidFill>
                <a:srgbClr val="000000"/>
              </a:solidFill>
              <a:latin typeface="Arial"/>
            </a:endParaRPr>
          </a:p>
        </p:txBody>
      </p:sp>
      <p:sp>
        <p:nvSpPr>
          <p:cNvPr id="42" name="Rectangle 6"/>
          <p:cNvSpPr/>
          <p:nvPr/>
        </p:nvSpPr>
        <p:spPr>
          <a:xfrm>
            <a:off x="8675640" y="6524640"/>
            <a:ext cx="718200" cy="456120"/>
          </a:xfrm>
          <a:custGeom>
            <a:avLst/>
            <a:gdLst>
              <a:gd name="textAreaLeft" fmla="*/ 0 w 718200"/>
              <a:gd name="textAreaRight" fmla="*/ 718560 w 718200"/>
              <a:gd name="textAreaTop" fmla="*/ 0 h 456120"/>
              <a:gd name="textAreaBottom" fmla="*/ 456480 h 456120"/>
            </a:gdLst>
            <a:ahLst/>
            <a:cxn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scrgbClr r="0" g="0" b="0"/>
          </a:lnRef>
          <a:fillRef idx="0">
            <a:scrgbClr r="0" g="0" b="0"/>
          </a:fillRef>
          <a:effectRef idx="0">
            <a:scrgbClr r="0" g="0" b="0"/>
          </a:effectRef>
          <a:fontRef idx="minor"/>
        </p:style>
        <p:txBody>
          <a:bodyPr lIns="90000" tIns="46800" rIns="90000" bIns="46800" anchor="t">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39A4153-06AA-4B83-BD04-41D17FC24DC9}" type="slidenum">
              <a:rPr lang="en-US" sz="1100" b="0" strike="noStrike" spc="-1">
                <a:solidFill>
                  <a:srgbClr val="000000"/>
                </a:solidFill>
                <a:latin typeface="Times New Roman"/>
                <a:ea typeface="DejaVu Sans"/>
              </a:rPr>
              <a:t>‹nº›</a:t>
            </a:fld>
            <a:endParaRPr lang="pt-BR" sz="1100" b="0" strike="noStrike" spc="-1">
              <a:solidFill>
                <a:srgbClr val="000000"/>
              </a:solidFill>
              <a:latin typeface="Arial"/>
            </a:endParaRPr>
          </a:p>
        </p:txBody>
      </p:sp>
      <p:sp>
        <p:nvSpPr>
          <p:cNvPr id="43"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pt-BR" sz="1800" b="0" strike="noStrike" spc="-1">
                <a:solidFill>
                  <a:srgbClr val="000000"/>
                </a:solidFill>
                <a:latin typeface="Arial"/>
              </a:rPr>
              <a:t>Clique para editar o formato do texto do título</a:t>
            </a:r>
          </a:p>
        </p:txBody>
      </p:sp>
      <p:sp>
        <p:nvSpPr>
          <p:cNvPr id="44"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pt-BR" sz="2800" b="0" strike="noStrike" spc="-1">
                <a:solidFill>
                  <a:srgbClr val="000000"/>
                </a:solidFill>
                <a:latin typeface="Arial"/>
              </a:rPr>
              <a:t>Clique para editar o formato do texto da estrutura de tópicos</a:t>
            </a:r>
          </a:p>
          <a:p>
            <a:pPr marL="864000" lvl="1" indent="-324000">
              <a:lnSpc>
                <a:spcPct val="90000"/>
              </a:lnSpc>
              <a:spcBef>
                <a:spcPts val="1134"/>
              </a:spcBef>
              <a:buClr>
                <a:srgbClr val="000000"/>
              </a:buClr>
              <a:buSzPct val="75000"/>
              <a:buFont typeface="Symbol" charset="2"/>
              <a:buChar char=""/>
            </a:pPr>
            <a:r>
              <a:rPr lang="pt-BR" sz="2000" b="0" strike="noStrike" spc="-1">
                <a:solidFill>
                  <a:srgbClr val="000000"/>
                </a:solidFill>
                <a:latin typeface="Arial"/>
              </a:rPr>
              <a:t>2.º nível da estrutura de tópicos</a:t>
            </a:r>
          </a:p>
          <a:p>
            <a:pPr marL="1296000" lvl="2" indent="-288000">
              <a:lnSpc>
                <a:spcPct val="90000"/>
              </a:lnSpc>
              <a:spcBef>
                <a:spcPts val="850"/>
              </a:spcBef>
              <a:buClr>
                <a:srgbClr val="000000"/>
              </a:buClr>
              <a:buSzPct val="45000"/>
              <a:buFont typeface="Wingdings" charset="2"/>
              <a:buChar char=""/>
            </a:pPr>
            <a:r>
              <a:rPr lang="pt-BR" sz="1800" b="0" strike="noStrike" spc="-1">
                <a:solidFill>
                  <a:srgbClr val="000000"/>
                </a:solidFill>
                <a:latin typeface="Arial"/>
              </a:rPr>
              <a:t>3.º nível da estrutura de tópicos</a:t>
            </a:r>
          </a:p>
          <a:p>
            <a:pPr marL="1728000" lvl="3" indent="-216000">
              <a:lnSpc>
                <a:spcPct val="90000"/>
              </a:lnSpc>
              <a:spcBef>
                <a:spcPts val="567"/>
              </a:spcBef>
              <a:buClr>
                <a:srgbClr val="000000"/>
              </a:buClr>
              <a:buSzPct val="75000"/>
              <a:buFont typeface="Symbol" charset="2"/>
              <a:buChar char=""/>
            </a:pPr>
            <a:r>
              <a:rPr lang="pt-BR" sz="1800" b="0" strike="noStrike" spc="-1">
                <a:solidFill>
                  <a:srgbClr val="000000"/>
                </a:solidFill>
                <a:latin typeface="Arial"/>
              </a:rPr>
              <a:t>4.º nível da estrutura de tópicos</a:t>
            </a:r>
          </a:p>
          <a:p>
            <a:pPr marL="2160000" lvl="4"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Arial"/>
              </a:rPr>
              <a:t>5.º nível da estrutura de tópicos</a:t>
            </a:r>
          </a:p>
          <a:p>
            <a:pPr marL="2592000" lvl="5"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Arial"/>
              </a:rPr>
              <a:t>6.º nível da estrutura de tópicos</a:t>
            </a:r>
          </a:p>
          <a:p>
            <a:pPr marL="3024000" lvl="6" indent="-216000">
              <a:lnSpc>
                <a:spcPct val="90000"/>
              </a:lnSpc>
              <a:spcBef>
                <a:spcPts val="283"/>
              </a:spcBef>
              <a:buClr>
                <a:srgbClr val="000000"/>
              </a:buClr>
              <a:buSzPct val="45000"/>
              <a:buFont typeface="Wingdings" charset="2"/>
              <a:buChar char=""/>
            </a:pPr>
            <a:r>
              <a:rPr lang="pt-BR" sz="2000" b="0" strike="noStrike" spc="-1">
                <a:solidFill>
                  <a:srgbClr val="000000"/>
                </a:solidFill>
                <a:latin typeface="Arial"/>
              </a:rPr>
              <a:t>7.º nível da estrutura de tópicos</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tângulo 86"/>
          <p:cNvSpPr/>
          <p:nvPr/>
        </p:nvSpPr>
        <p:spPr>
          <a:xfrm>
            <a:off x="685800" y="2285640"/>
            <a:ext cx="7771320" cy="1413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4000" b="1" strike="noStrike" spc="-1" dirty="0">
                <a:solidFill>
                  <a:srgbClr val="7878DE"/>
                </a:solidFill>
                <a:latin typeface="Arial"/>
                <a:ea typeface="DejaVu Sans"/>
              </a:rPr>
              <a:t>Computação Evolucionária</a:t>
            </a: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2800" b="1" strike="noStrike" spc="-1" dirty="0">
                <a:solidFill>
                  <a:schemeClr val="tx2">
                    <a:lumMod val="60000"/>
                    <a:lumOff val="40000"/>
                  </a:schemeClr>
                </a:solidFill>
                <a:latin typeface="Arial"/>
              </a:rPr>
              <a:t>Cap 01. Motivação e Introdução</a:t>
            </a:r>
            <a:endParaRPr lang="pt-BR" sz="2800" b="0" strike="noStrike" spc="-1" dirty="0">
              <a:solidFill>
                <a:schemeClr val="tx2">
                  <a:lumMod val="60000"/>
                  <a:lumOff val="40000"/>
                </a:schemeClr>
              </a:solidFill>
              <a:latin typeface="Arial"/>
            </a:endParaRPr>
          </a:p>
        </p:txBody>
      </p:sp>
      <p:sp>
        <p:nvSpPr>
          <p:cNvPr id="88" name="Retângulo 87"/>
          <p:cNvSpPr/>
          <p:nvPr/>
        </p:nvSpPr>
        <p:spPr>
          <a:xfrm>
            <a:off x="1371600" y="4365720"/>
            <a:ext cx="6399720" cy="1751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spcBef>
                <a:spcPts val="6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2600" b="0" strike="noStrike" spc="-1" dirty="0">
                <a:solidFill>
                  <a:srgbClr val="000000"/>
                </a:solidFill>
                <a:latin typeface="Arial"/>
                <a:ea typeface="DejaVu Sans"/>
              </a:rPr>
              <a:t>Gabriela Nunes Lopes</a:t>
            </a:r>
            <a:endParaRPr lang="pt-BR" sz="2600" b="0" strike="noStrike" spc="-1" dirty="0">
              <a:solidFill>
                <a:srgbClr val="000000"/>
              </a:solidFill>
              <a:latin typeface="Arial"/>
            </a:endParaRPr>
          </a:p>
          <a:p>
            <a:pPr algn="ctr">
              <a:lnSpc>
                <a:spcPct val="100000"/>
              </a:lnSpc>
              <a:spcBef>
                <a:spcPts val="6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2600" b="0" strike="noStrike" spc="-1" dirty="0">
                <a:solidFill>
                  <a:srgbClr val="000000"/>
                </a:solidFill>
                <a:latin typeface="Arial"/>
                <a:ea typeface="DejaVu Sans"/>
              </a:rPr>
              <a:t>gabrielanuneslopes@ufmg.br</a:t>
            </a:r>
            <a:endParaRPr lang="pt-BR" sz="2600" b="0" strike="noStrike" spc="-1" dirty="0">
              <a:solidFill>
                <a:srgbClr val="000000"/>
              </a:solidFill>
              <a:latin typeface="Arial"/>
            </a:endParaRPr>
          </a:p>
          <a:p>
            <a:pPr algn="ctr">
              <a:lnSpc>
                <a:spcPct val="100000"/>
              </a:lnSpc>
              <a:spcBef>
                <a:spcPts val="64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2600" b="0" strike="noStrike" spc="-1" dirty="0">
                <a:solidFill>
                  <a:srgbClr val="000000"/>
                </a:solidFill>
                <a:latin typeface="Arial"/>
                <a:ea typeface="DejaVu Sans"/>
              </a:rPr>
              <a:t>DEE / UFMG</a:t>
            </a:r>
            <a:endParaRPr lang="pt-BR" sz="2600" b="0" strike="noStrike" spc="-1" dirty="0">
              <a:solidFill>
                <a:srgbClr val="000000"/>
              </a:solidFill>
              <a:latin typeface="Arial"/>
            </a:endParaRPr>
          </a:p>
        </p:txBody>
      </p:sp>
      <p:pic>
        <p:nvPicPr>
          <p:cNvPr id="1026" name="Picture 2">
            <a:extLst>
              <a:ext uri="{FF2B5EF4-FFF2-40B4-BE49-F238E27FC236}">
                <a16:creationId xmlns:a16="http://schemas.microsoft.com/office/drawing/2014/main" id="{3AF827C7-45AF-E45D-B3B7-647C09B66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40880"/>
            <a:ext cx="2397742" cy="9340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4F854-A104-22FF-85FB-17502946776D}"/>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Conteúdo </a:t>
            </a:r>
          </a:p>
        </p:txBody>
      </p:sp>
      <p:sp>
        <p:nvSpPr>
          <p:cNvPr id="3" name="Subtítulo 2">
            <a:extLst>
              <a:ext uri="{FF2B5EF4-FFF2-40B4-BE49-F238E27FC236}">
                <a16:creationId xmlns:a16="http://schemas.microsoft.com/office/drawing/2014/main" id="{DB277BAB-DAF4-A53E-A742-D9A6F784C4C8}"/>
              </a:ext>
            </a:extLst>
          </p:cNvPr>
          <p:cNvSpPr>
            <a:spLocks noGrp="1"/>
          </p:cNvSpPr>
          <p:nvPr>
            <p:ph type="subTitle"/>
          </p:nvPr>
        </p:nvSpPr>
        <p:spPr>
          <a:xfrm>
            <a:off x="285750" y="2004570"/>
            <a:ext cx="8229240" cy="3977280"/>
          </a:xfrm>
        </p:spPr>
        <p:txBody>
          <a:bodyPr anchor="t"/>
          <a:lstStyle/>
          <a:p>
            <a:pPr marL="342900" indent="-342900" algn="just">
              <a:buFont typeface="Arial" panose="020B0604020202020204" pitchFamily="34" charset="0"/>
              <a:buChar char="•"/>
            </a:pPr>
            <a:r>
              <a:rPr lang="pt-BR" sz="2000" dirty="0"/>
              <a:t>Motivação para estudo da computação evolucionária;</a:t>
            </a:r>
          </a:p>
          <a:p>
            <a:pPr marL="342900" indent="-342900" algn="just">
              <a:buFont typeface="Arial" panose="020B0604020202020204" pitchFamily="34" charset="0"/>
              <a:buChar char="•"/>
            </a:pPr>
            <a:r>
              <a:rPr lang="pt-BR" sz="2000" dirty="0"/>
              <a:t>Contexto Histórico do Desenvolvimento da computação evolucionária.</a:t>
            </a:r>
          </a:p>
        </p:txBody>
      </p:sp>
    </p:spTree>
    <p:extLst>
      <p:ext uri="{BB962C8B-B14F-4D97-AF65-F5344CB8AC3E}">
        <p14:creationId xmlns:p14="http://schemas.microsoft.com/office/powerpoint/2010/main" val="853310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27A94D4B-0623-BA3F-3D35-80D0F2A77064}"/>
              </a:ext>
            </a:extLst>
          </p:cNvPr>
          <p:cNvSpPr>
            <a:spLocks noGrp="1"/>
          </p:cNvSpPr>
          <p:nvPr>
            <p:ph type="subTitle"/>
          </p:nvPr>
        </p:nvSpPr>
        <p:spPr>
          <a:xfrm>
            <a:off x="457200" y="2170980"/>
            <a:ext cx="8229240" cy="1144800"/>
          </a:xfrm>
        </p:spPr>
        <p:txBody>
          <a:bodyPr/>
          <a:lstStyle/>
          <a:p>
            <a:pPr algn="just"/>
            <a:r>
              <a:rPr lang="pt-BR" dirty="0">
                <a:solidFill>
                  <a:schemeClr val="accent1"/>
                </a:solidFill>
              </a:rPr>
              <a:t>Motivação – Por que estudar computação evolucionária?</a:t>
            </a:r>
          </a:p>
        </p:txBody>
      </p:sp>
    </p:spTree>
    <p:extLst>
      <p:ext uri="{BB962C8B-B14F-4D97-AF65-F5344CB8AC3E}">
        <p14:creationId xmlns:p14="http://schemas.microsoft.com/office/powerpoint/2010/main" val="1969204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62691-4481-5627-6693-54D8926640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1FA156-5B4C-844C-8D17-2CD2F05B39C1}"/>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a:t>
            </a:r>
          </a:p>
        </p:txBody>
      </p:sp>
      <p:sp>
        <p:nvSpPr>
          <p:cNvPr id="3" name="Subtítulo 2">
            <a:extLst>
              <a:ext uri="{FF2B5EF4-FFF2-40B4-BE49-F238E27FC236}">
                <a16:creationId xmlns:a16="http://schemas.microsoft.com/office/drawing/2014/main" id="{73A8D297-CFD2-2C1C-FDC5-7AD712DE26F4}"/>
              </a:ext>
            </a:extLst>
          </p:cNvPr>
          <p:cNvSpPr>
            <a:spLocks noGrp="1"/>
          </p:cNvSpPr>
          <p:nvPr>
            <p:ph type="subTitle"/>
          </p:nvPr>
        </p:nvSpPr>
        <p:spPr>
          <a:xfrm>
            <a:off x="251459" y="1521270"/>
            <a:ext cx="8422983" cy="3977280"/>
          </a:xfrm>
        </p:spPr>
        <p:txBody>
          <a:bodyPr anchor="t"/>
          <a:lstStyle/>
          <a:p>
            <a:pPr marL="432000" marR="0" lvl="0" indent="-330400" algn="just" rtl="0">
              <a:spcBef>
                <a:spcPts val="1414"/>
              </a:spcBef>
              <a:spcAft>
                <a:spcPts val="0"/>
              </a:spcAft>
              <a:buClr>
                <a:schemeClr val="dk1"/>
              </a:buClr>
              <a:buSzPct val="45000"/>
              <a:buFont typeface="Noto Sans Symbols"/>
              <a:buChar char="●"/>
            </a:pPr>
            <a:r>
              <a:rPr lang="pt-BR" sz="1800" dirty="0">
                <a:solidFill>
                  <a:srgbClr val="0D0D0D"/>
                </a:solidFill>
              </a:rPr>
              <a:t>A</a:t>
            </a:r>
            <a:r>
              <a:rPr lang="pt-BR" sz="1800" b="0" i="0" dirty="0">
                <a:solidFill>
                  <a:srgbClr val="0D0D0D"/>
                </a:solidFill>
                <a:effectLst/>
              </a:rPr>
              <a:t> computação evolucionária é uma ramificação da </a:t>
            </a:r>
            <a:r>
              <a:rPr lang="pt-BR" sz="1800" b="0" i="0" dirty="0">
                <a:solidFill>
                  <a:schemeClr val="accent1"/>
                </a:solidFill>
                <a:effectLst/>
              </a:rPr>
              <a:t>ciência da computação </a:t>
            </a:r>
            <a:r>
              <a:rPr lang="pt-BR" sz="1800" b="0" i="0" dirty="0">
                <a:solidFill>
                  <a:srgbClr val="0D0D0D"/>
                </a:solidFill>
                <a:effectLst/>
              </a:rPr>
              <a:t>preocupada com uma classe de algoritmos que são amplamente baseados nos </a:t>
            </a:r>
            <a:r>
              <a:rPr lang="pt-BR" sz="1800" b="0" i="0" dirty="0">
                <a:solidFill>
                  <a:schemeClr val="accent1"/>
                </a:solidFill>
                <a:effectLst/>
              </a:rPr>
              <a:t>princípios darwinianos da seleção natural </a:t>
            </a:r>
            <a:r>
              <a:rPr lang="pt-BR" sz="1800" b="0" i="0" dirty="0">
                <a:solidFill>
                  <a:srgbClr val="0D0D0D"/>
                </a:solidFill>
                <a:effectLst/>
              </a:rPr>
              <a:t>e que se inspiram na genética molecular. </a:t>
            </a:r>
          </a:p>
          <a:p>
            <a:pPr marL="432000" marR="0" lvl="0" indent="-330400" algn="just" rtl="0">
              <a:spcBef>
                <a:spcPts val="1414"/>
              </a:spcBef>
              <a:spcAft>
                <a:spcPts val="0"/>
              </a:spcAft>
              <a:buClr>
                <a:schemeClr val="dk1"/>
              </a:buClr>
              <a:buSzPct val="45000"/>
              <a:buFont typeface="Noto Sans Symbols"/>
              <a:buChar char="●"/>
            </a:pPr>
            <a:r>
              <a:rPr lang="pt-BR" sz="1800" b="0" i="0" dirty="0">
                <a:solidFill>
                  <a:srgbClr val="0D0D0D"/>
                </a:solidFill>
                <a:effectLst/>
              </a:rPr>
              <a:t>Ao longo da história do mundo, muitas espécies surgiram e evoluíram para se adequar a diferentes ambientes, todas usando a mesma maquinaria biológica.</a:t>
            </a:r>
          </a:p>
          <a:p>
            <a:pPr marL="432000" marR="0" lvl="0" indent="-330400" algn="just" rtl="0">
              <a:spcBef>
                <a:spcPts val="1414"/>
              </a:spcBef>
              <a:spcAft>
                <a:spcPts val="0"/>
              </a:spcAft>
              <a:buClr>
                <a:schemeClr val="dk1"/>
              </a:buClr>
              <a:buSzPct val="45000"/>
              <a:buFont typeface="Noto Sans Symbols"/>
              <a:buChar char="●"/>
            </a:pPr>
            <a:r>
              <a:rPr lang="pt-BR" sz="1800" b="0" i="0" dirty="0">
                <a:solidFill>
                  <a:srgbClr val="0D0D0D"/>
                </a:solidFill>
                <a:effectLst/>
              </a:rPr>
              <a:t>Da mesma forma, se fornecermos a um algoritmo evolucionário um novo ambiente, esperamos ver </a:t>
            </a:r>
            <a:r>
              <a:rPr lang="pt-BR" sz="1800" b="0" i="0" dirty="0">
                <a:solidFill>
                  <a:schemeClr val="accent1"/>
                </a:solidFill>
                <a:effectLst/>
              </a:rPr>
              <a:t>adaptação da população inicial de forma a se adequar melhor ao ambiente. </a:t>
            </a:r>
          </a:p>
        </p:txBody>
      </p:sp>
      <p:pic>
        <p:nvPicPr>
          <p:cNvPr id="1026" name="Picture 2" descr="17 – Origem da computação evolutiva. | Download Scientific Diagram">
            <a:extLst>
              <a:ext uri="{FF2B5EF4-FFF2-40B4-BE49-F238E27FC236}">
                <a16:creationId xmlns:a16="http://schemas.microsoft.com/office/drawing/2014/main" id="{74984679-7901-0E7B-F4ED-056DE064C7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7103" y="4464315"/>
            <a:ext cx="5023427" cy="2068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729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15EBE-DA6B-F34D-E163-1D761F6B42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FDFA238-E3B0-5282-3CD0-05FDBE89410A}"/>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a:t>
            </a:r>
          </a:p>
        </p:txBody>
      </p:sp>
      <p:sp>
        <p:nvSpPr>
          <p:cNvPr id="3" name="Subtítulo 2">
            <a:extLst>
              <a:ext uri="{FF2B5EF4-FFF2-40B4-BE49-F238E27FC236}">
                <a16:creationId xmlns:a16="http://schemas.microsoft.com/office/drawing/2014/main" id="{36ED3067-C190-FCC2-A6F3-AAFA3B6CE3D4}"/>
              </a:ext>
            </a:extLst>
          </p:cNvPr>
          <p:cNvSpPr>
            <a:spLocks noGrp="1"/>
          </p:cNvSpPr>
          <p:nvPr>
            <p:ph type="subTitle"/>
          </p:nvPr>
        </p:nvSpPr>
        <p:spPr>
          <a:xfrm>
            <a:off x="251460" y="1521270"/>
            <a:ext cx="4184616" cy="3977280"/>
          </a:xfrm>
        </p:spPr>
        <p:txBody>
          <a:bodyPr anchor="t"/>
          <a:lstStyle/>
          <a:p>
            <a:pPr marL="432000" marR="0" lvl="0" indent="-330400" algn="just" rtl="0">
              <a:spcBef>
                <a:spcPts val="1414"/>
              </a:spcBef>
              <a:spcAft>
                <a:spcPts val="0"/>
              </a:spcAft>
              <a:buClr>
                <a:schemeClr val="dk1"/>
              </a:buClr>
              <a:buSzPct val="45000"/>
              <a:buFont typeface="Noto Sans Symbols"/>
              <a:buChar char="●"/>
            </a:pPr>
            <a:r>
              <a:rPr lang="pt-BR" sz="1800" b="0" i="0" dirty="0">
                <a:solidFill>
                  <a:srgbClr val="0D0D0D"/>
                </a:solidFill>
                <a:effectLst/>
              </a:rPr>
              <a:t>Tipicamente (mas nem sempre), esse ambiente assumirá a forma de um problema a ser resolvido, com </a:t>
            </a:r>
            <a:r>
              <a:rPr lang="pt-BR" sz="1800" b="0" i="0" dirty="0">
                <a:solidFill>
                  <a:schemeClr val="accent1"/>
                </a:solidFill>
                <a:effectLst/>
              </a:rPr>
              <a:t>feedback</a:t>
            </a:r>
            <a:r>
              <a:rPr lang="pt-BR" sz="1800" b="0" i="0" dirty="0">
                <a:solidFill>
                  <a:srgbClr val="0D0D0D"/>
                </a:solidFill>
                <a:effectLst/>
              </a:rPr>
              <a:t> para os indivíduos representando o quão bem as soluções que eles representam resolvem o problema, e fornecemos alguns exemplos disso. </a:t>
            </a:r>
          </a:p>
          <a:p>
            <a:pPr marL="432000" marR="0" lvl="0" indent="-330400" algn="just" rtl="0">
              <a:spcBef>
                <a:spcPts val="1414"/>
              </a:spcBef>
              <a:spcAft>
                <a:spcPts val="0"/>
              </a:spcAft>
              <a:buClr>
                <a:schemeClr val="dk1"/>
              </a:buClr>
              <a:buSzPct val="45000"/>
              <a:buFont typeface="Noto Sans Symbols"/>
              <a:buChar char="●"/>
            </a:pPr>
            <a:r>
              <a:rPr lang="pt-BR" sz="1800" b="0" i="0" dirty="0">
                <a:solidFill>
                  <a:srgbClr val="0D0D0D"/>
                </a:solidFill>
                <a:effectLst/>
              </a:rPr>
              <a:t>No entanto, como indicamos, a busca por soluções ótimas para algum problema não é o único uso dos algoritmos evolucionários; sua natureza como sistemas adaptativos flexíveis dá origem a aplicações que variam desde modelagem econômica e simulação até o estudo de diversos processos biológicos durante a adaptação.</a:t>
            </a:r>
            <a:endParaRPr lang="en-US" sz="2400" b="0" i="0" u="none" strike="noStrike" cap="none" dirty="0">
              <a:ea typeface="Arial"/>
              <a:cs typeface="Arial"/>
              <a:sym typeface="Arial"/>
            </a:endParaRPr>
          </a:p>
        </p:txBody>
      </p:sp>
      <p:pic>
        <p:nvPicPr>
          <p:cNvPr id="2050" name="Picture 2" descr="Computação Evolucionária - ppt carregar">
            <a:extLst>
              <a:ext uri="{FF2B5EF4-FFF2-40B4-BE49-F238E27FC236}">
                <a16:creationId xmlns:a16="http://schemas.microsoft.com/office/drawing/2014/main" id="{66D4925F-4A87-44CB-F27F-2BB26BEAAC1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 t="14955" r="1250" b="5490"/>
          <a:stretch/>
        </p:blipFill>
        <p:spPr bwMode="auto">
          <a:xfrm>
            <a:off x="4852546" y="2666070"/>
            <a:ext cx="4291454" cy="2626223"/>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id="{919DF5AE-D09D-3A2A-0577-0B76559D04FB}"/>
              </a:ext>
            </a:extLst>
          </p:cNvPr>
          <p:cNvSpPr/>
          <p:nvPr/>
        </p:nvSpPr>
        <p:spPr>
          <a:xfrm>
            <a:off x="4852546" y="2347784"/>
            <a:ext cx="2129022" cy="7908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19952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16B8B-B08C-A59A-C093-11D0547F66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3C15D8-116E-6C81-08F6-6BAE906C9A81}"/>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a:t>
            </a:r>
          </a:p>
        </p:txBody>
      </p:sp>
      <p:sp>
        <p:nvSpPr>
          <p:cNvPr id="3" name="Subtítulo 2">
            <a:extLst>
              <a:ext uri="{FF2B5EF4-FFF2-40B4-BE49-F238E27FC236}">
                <a16:creationId xmlns:a16="http://schemas.microsoft.com/office/drawing/2014/main" id="{4428ACF4-7C46-2395-177E-4DE2FC690B36}"/>
              </a:ext>
            </a:extLst>
          </p:cNvPr>
          <p:cNvSpPr>
            <a:spLocks noGrp="1"/>
          </p:cNvSpPr>
          <p:nvPr>
            <p:ph type="subTitle"/>
          </p:nvPr>
        </p:nvSpPr>
        <p:spPr>
          <a:xfrm>
            <a:off x="285750" y="1521270"/>
            <a:ext cx="4286250" cy="4460580"/>
          </a:xfrm>
        </p:spPr>
        <p:txBody>
          <a:bodyPr anchor="t"/>
          <a:lstStyle/>
          <a:p>
            <a:pPr algn="just"/>
            <a:r>
              <a:rPr lang="pt-BR" sz="1800" b="0" i="0" dirty="0">
                <a:solidFill>
                  <a:srgbClr val="0D0D0D"/>
                </a:solidFill>
                <a:effectLst/>
              </a:rPr>
              <a:t>O desenvolvimento de solucionadores automáticos de problemas (ou seja, algoritmos) é um dos temas centrais da matemática e da ciência da computação.</a:t>
            </a:r>
          </a:p>
          <a:p>
            <a:pPr algn="just"/>
            <a:r>
              <a:rPr lang="pt-BR" sz="1800" b="0" i="0" dirty="0">
                <a:solidFill>
                  <a:srgbClr val="0D0D0D"/>
                </a:solidFill>
                <a:effectLst/>
              </a:rPr>
              <a:t> </a:t>
            </a:r>
          </a:p>
          <a:p>
            <a:pPr algn="just"/>
            <a:r>
              <a:rPr lang="pt-BR" sz="1800" b="0" i="0" dirty="0">
                <a:solidFill>
                  <a:srgbClr val="0D0D0D"/>
                </a:solidFill>
                <a:effectLst/>
              </a:rPr>
              <a:t>. Ao procurar pelo solucionador de problemas natural mais poderoso, existem dois candidatos bastante óbvios:</a:t>
            </a:r>
          </a:p>
          <a:p>
            <a:pPr algn="just"/>
            <a:endParaRPr lang="pt-BR" sz="1800" b="0" i="0" dirty="0">
              <a:solidFill>
                <a:srgbClr val="0D0D0D"/>
              </a:solidFill>
              <a:effectLst/>
            </a:endParaRPr>
          </a:p>
          <a:p>
            <a:pPr algn="just">
              <a:buFont typeface="Arial" panose="020B0604020202020204" pitchFamily="34" charset="0"/>
              <a:buChar char="•"/>
            </a:pPr>
            <a:r>
              <a:rPr lang="pt-BR" sz="1600" b="0" i="0" dirty="0">
                <a:solidFill>
                  <a:srgbClr val="0D0D0D"/>
                </a:solidFill>
                <a:effectLst/>
              </a:rPr>
              <a:t> o cérebro humano (que criou "a roda, Nova York, guerras e assim por diante" );</a:t>
            </a:r>
          </a:p>
          <a:p>
            <a:pPr algn="just">
              <a:buFont typeface="Arial" panose="020B0604020202020204" pitchFamily="34" charset="0"/>
              <a:buChar char="•"/>
            </a:pPr>
            <a:r>
              <a:rPr lang="pt-BR" sz="1600" b="0" i="0" dirty="0">
                <a:solidFill>
                  <a:srgbClr val="0D0D0D"/>
                </a:solidFill>
                <a:effectLst/>
              </a:rPr>
              <a:t> o processo evolutivo (que criou o cérebro humano).</a:t>
            </a:r>
          </a:p>
          <a:p>
            <a:pPr algn="just"/>
            <a:endParaRPr lang="pt-BR" sz="1800" b="0" i="0" dirty="0">
              <a:solidFill>
                <a:srgbClr val="0D0D0D"/>
              </a:solidFill>
              <a:effectLst/>
            </a:endParaRPr>
          </a:p>
          <a:p>
            <a:pPr algn="just"/>
            <a:r>
              <a:rPr lang="pt-BR" sz="1800" b="0" i="0" dirty="0">
                <a:solidFill>
                  <a:srgbClr val="0D0D0D"/>
                </a:solidFill>
                <a:effectLst/>
              </a:rPr>
              <a:t>Tentar projetar solucionadores de problemas com base no primeiro candidato leva ao campo da </a:t>
            </a:r>
            <a:r>
              <a:rPr lang="pt-BR" sz="1800" b="0" i="0" dirty="0" err="1">
                <a:solidFill>
                  <a:schemeClr val="accent1"/>
                </a:solidFill>
                <a:effectLst/>
              </a:rPr>
              <a:t>neurocomputação</a:t>
            </a:r>
            <a:r>
              <a:rPr lang="pt-BR" sz="1800" b="0" i="0" dirty="0">
                <a:solidFill>
                  <a:srgbClr val="0D0D0D"/>
                </a:solidFill>
                <a:effectLst/>
              </a:rPr>
              <a:t>. A segunda opção forma a base para a </a:t>
            </a:r>
            <a:r>
              <a:rPr lang="pt-BR" sz="1800" b="0" i="0" dirty="0">
                <a:solidFill>
                  <a:schemeClr val="accent1"/>
                </a:solidFill>
                <a:effectLst/>
              </a:rPr>
              <a:t>computação evolucionária.</a:t>
            </a:r>
          </a:p>
        </p:txBody>
      </p:sp>
      <p:pic>
        <p:nvPicPr>
          <p:cNvPr id="3074" name="Picture 2" descr="Teoria da Evolução. A Teoria da Evolução Biológica">
            <a:extLst>
              <a:ext uri="{FF2B5EF4-FFF2-40B4-BE49-F238E27FC236}">
                <a16:creationId xmlns:a16="http://schemas.microsoft.com/office/drawing/2014/main" id="{DAED8990-94B8-9AF2-EFF3-C47207A692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3475" y="2556949"/>
            <a:ext cx="4200525" cy="3152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170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147A0-5BE3-29F6-DB5D-4AA02DDFFF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FAFD6A-DC12-BF62-6304-36DE1FDDB2BB}"/>
              </a:ext>
            </a:extLst>
          </p:cNvPr>
          <p:cNvSpPr>
            <a:spLocks noGrp="1"/>
          </p:cNvSpPr>
          <p:nvPr>
            <p:ph type="title"/>
          </p:nvPr>
        </p:nvSpPr>
        <p:spPr/>
        <p:txBody>
          <a:bodyPr/>
          <a:lstStyle/>
          <a:p>
            <a:r>
              <a:rPr lang="pt-BR" sz="3600" dirty="0">
                <a:solidFill>
                  <a:schemeClr val="tx2">
                    <a:lumMod val="40000"/>
                    <a:lumOff val="60000"/>
                  </a:schemeClr>
                </a:solidFill>
              </a:rPr>
              <a:t>Motivação </a:t>
            </a:r>
          </a:p>
        </p:txBody>
      </p:sp>
      <p:sp>
        <p:nvSpPr>
          <p:cNvPr id="4" name="Espaço Reservado para Conteúdo 3">
            <a:extLst>
              <a:ext uri="{FF2B5EF4-FFF2-40B4-BE49-F238E27FC236}">
                <a16:creationId xmlns:a16="http://schemas.microsoft.com/office/drawing/2014/main" id="{33183660-4B90-AEBD-9DFD-A90C88EDF2EE}"/>
              </a:ext>
            </a:extLst>
          </p:cNvPr>
          <p:cNvSpPr>
            <a:spLocks noGrp="1"/>
          </p:cNvSpPr>
          <p:nvPr>
            <p:ph/>
          </p:nvPr>
        </p:nvSpPr>
        <p:spPr>
          <a:xfrm>
            <a:off x="457200" y="1604520"/>
            <a:ext cx="8229240" cy="4384800"/>
          </a:xfrm>
        </p:spPr>
        <p:txBody>
          <a:bodyPr>
            <a:normAutofit fontScale="62500" lnSpcReduction="20000"/>
          </a:bodyPr>
          <a:lstStyle/>
          <a:p>
            <a:pPr algn="just"/>
            <a:r>
              <a:rPr lang="pt-BR" sz="2900" dirty="0"/>
              <a:t>Outra motivação pode ser identificada a partir de uma </a:t>
            </a:r>
            <a:r>
              <a:rPr lang="pt-BR" sz="2900" dirty="0">
                <a:solidFill>
                  <a:schemeClr val="accent1"/>
                </a:solidFill>
              </a:rPr>
              <a:t>perspectiva técnica</a:t>
            </a:r>
            <a:r>
              <a:rPr lang="pt-BR" sz="2900" dirty="0"/>
              <a:t>. A informatização na segunda metade do século XX criou uma demanda crescente por </a:t>
            </a:r>
            <a:r>
              <a:rPr lang="pt-BR" sz="2900" dirty="0">
                <a:solidFill>
                  <a:schemeClr val="accent1"/>
                </a:solidFill>
              </a:rPr>
              <a:t>automação na resolução de problemas</a:t>
            </a:r>
            <a:r>
              <a:rPr lang="pt-BR" sz="2900" dirty="0"/>
              <a:t>. </a:t>
            </a:r>
          </a:p>
          <a:p>
            <a:pPr algn="just"/>
            <a:endParaRPr lang="pt-BR" sz="2900" kern="1200" dirty="0">
              <a:solidFill>
                <a:schemeClr val="tx1"/>
              </a:solidFill>
              <a:latin typeface="+mj-lt"/>
              <a:ea typeface="+mj-ea"/>
              <a:cs typeface="+mj-cs"/>
            </a:endParaRPr>
          </a:p>
          <a:p>
            <a:pPr marL="265113" lvl="1" algn="just"/>
            <a:r>
              <a:rPr lang="pt-BR" sz="2900" kern="1200" dirty="0">
                <a:solidFill>
                  <a:schemeClr val="tx1"/>
                </a:solidFill>
                <a:latin typeface="+mj-lt"/>
                <a:ea typeface="+mj-ea"/>
                <a:cs typeface="+mj-cs"/>
              </a:rPr>
              <a:t>A taxa de </a:t>
            </a:r>
            <a:r>
              <a:rPr lang="pt-BR" sz="2900" kern="1200" dirty="0">
                <a:solidFill>
                  <a:schemeClr val="accent1"/>
                </a:solidFill>
                <a:latin typeface="+mj-lt"/>
                <a:ea typeface="+mj-ea"/>
                <a:cs typeface="+mj-cs"/>
              </a:rPr>
              <a:t>crescimento da capacidade de pesquisa </a:t>
            </a:r>
            <a:r>
              <a:rPr lang="pt-BR" sz="2900" kern="1200" dirty="0">
                <a:solidFill>
                  <a:schemeClr val="tx1"/>
                </a:solidFill>
                <a:latin typeface="+mj-lt"/>
                <a:ea typeface="+mj-ea"/>
                <a:cs typeface="+mj-cs"/>
              </a:rPr>
              <a:t>e desenvolvimento não acompanhou essas necessidades. </a:t>
            </a:r>
          </a:p>
          <a:p>
            <a:pPr marL="265113" lvl="1" algn="just"/>
            <a:endParaRPr lang="pt-BR" sz="2900" kern="1200" dirty="0">
              <a:solidFill>
                <a:schemeClr val="tx1"/>
              </a:solidFill>
              <a:latin typeface="+mj-lt"/>
              <a:ea typeface="+mj-ea"/>
              <a:cs typeface="+mj-cs"/>
            </a:endParaRPr>
          </a:p>
          <a:p>
            <a:pPr marL="265113" lvl="1" algn="just"/>
            <a:r>
              <a:rPr lang="pt-BR" sz="2900" kern="1200" dirty="0">
                <a:solidFill>
                  <a:schemeClr val="tx1"/>
                </a:solidFill>
                <a:latin typeface="+mj-lt"/>
                <a:ea typeface="+mj-ea"/>
                <a:cs typeface="+mj-cs"/>
              </a:rPr>
              <a:t>Portanto, o </a:t>
            </a:r>
            <a:r>
              <a:rPr lang="pt-BR" sz="2900" kern="1200" dirty="0">
                <a:solidFill>
                  <a:schemeClr val="accent1"/>
                </a:solidFill>
                <a:latin typeface="+mj-lt"/>
                <a:ea typeface="+mj-ea"/>
                <a:cs typeface="+mj-cs"/>
              </a:rPr>
              <a:t>tempo disponível para uma análise aprofundada </a:t>
            </a:r>
            <a:r>
              <a:rPr lang="pt-BR" sz="2900" kern="1200" dirty="0">
                <a:solidFill>
                  <a:schemeClr val="tx1"/>
                </a:solidFill>
                <a:latin typeface="+mj-lt"/>
                <a:ea typeface="+mj-ea"/>
                <a:cs typeface="+mj-cs"/>
              </a:rPr>
              <a:t>do problema e para o design de algoritmos personalizados tem diminuído. Uma tendência paralela tem sido o aumento da complexidade dos problemas a serem resolvidos.</a:t>
            </a:r>
          </a:p>
          <a:p>
            <a:pPr lvl="1" algn="just"/>
            <a:endParaRPr lang="pt-BR" sz="2300" dirty="0"/>
          </a:p>
          <a:p>
            <a:pPr lvl="1" algn="just"/>
            <a:endParaRPr lang="pt-BR" sz="2300" dirty="0"/>
          </a:p>
          <a:p>
            <a:pPr algn="just"/>
            <a:r>
              <a:rPr lang="pt-BR" sz="2900" dirty="0"/>
              <a:t>Essas duas tendências implicam uma necessidade urgente de algoritmos robustos com desempenho satisfatório. </a:t>
            </a:r>
          </a:p>
          <a:p>
            <a:pPr algn="just"/>
            <a:endParaRPr lang="pt-BR" sz="2900" dirty="0"/>
          </a:p>
          <a:p>
            <a:pPr algn="just"/>
            <a:r>
              <a:rPr lang="pt-BR" sz="2900" dirty="0"/>
              <a:t>Ou seja, há uma necessidade de algoritmos que sejam aplicáveis a uma ampla gama de problemas, não exijam muita adaptação para problemas específicos e forneçam soluções boas (não necessariamente ótimas) em tempo aceitável. Os algoritmos evolucionários fazem tudo.</a:t>
            </a:r>
          </a:p>
          <a:p>
            <a:endParaRPr lang="pt-BR" dirty="0"/>
          </a:p>
        </p:txBody>
      </p:sp>
    </p:spTree>
    <p:extLst>
      <p:ext uri="{BB962C8B-B14F-4D97-AF65-F5344CB8AC3E}">
        <p14:creationId xmlns:p14="http://schemas.microsoft.com/office/powerpoint/2010/main" val="2590492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69B5C-BF90-C1DA-D62B-8FE5D2713E0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4288252-75DF-94C4-A19D-FACB90FA8A01}"/>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a:t>
            </a:r>
          </a:p>
        </p:txBody>
      </p:sp>
      <p:sp>
        <p:nvSpPr>
          <p:cNvPr id="3" name="Subtítulo 2">
            <a:extLst>
              <a:ext uri="{FF2B5EF4-FFF2-40B4-BE49-F238E27FC236}">
                <a16:creationId xmlns:a16="http://schemas.microsoft.com/office/drawing/2014/main" id="{6F3CCA79-FCB6-3867-5D23-EBAB86196645}"/>
              </a:ext>
            </a:extLst>
          </p:cNvPr>
          <p:cNvSpPr>
            <a:spLocks noGrp="1"/>
          </p:cNvSpPr>
          <p:nvPr>
            <p:ph type="subTitle"/>
          </p:nvPr>
        </p:nvSpPr>
        <p:spPr>
          <a:xfrm>
            <a:off x="114300" y="1521270"/>
            <a:ext cx="8448932" cy="3977280"/>
          </a:xfrm>
        </p:spPr>
        <p:txBody>
          <a:bodyPr anchor="t"/>
          <a:lstStyle/>
          <a:p>
            <a:pPr marL="285750" indent="-285750" algn="just">
              <a:buFont typeface="Arial" panose="020B0604020202020204" pitchFamily="34" charset="0"/>
              <a:buChar char="•"/>
            </a:pPr>
            <a:r>
              <a:rPr lang="pt-BR" sz="1800" b="0" i="0" dirty="0">
                <a:solidFill>
                  <a:srgbClr val="0D0D0D"/>
                </a:solidFill>
                <a:effectLst/>
              </a:rPr>
              <a:t>Uma terceira motivação é aquela que pode ser encontrada por trás de toda ciência: a </a:t>
            </a:r>
            <a:r>
              <a:rPr lang="pt-BR" sz="1800" b="0" i="0" dirty="0">
                <a:solidFill>
                  <a:schemeClr val="accent1"/>
                </a:solidFill>
                <a:effectLst/>
              </a:rPr>
              <a:t>curiosidade humana</a:t>
            </a:r>
            <a:r>
              <a:rPr lang="pt-BR" sz="1800" b="0" i="0" dirty="0">
                <a:solidFill>
                  <a:srgbClr val="0D0D0D"/>
                </a:solidFill>
                <a:effectLst/>
              </a:rPr>
              <a:t>. </a:t>
            </a:r>
          </a:p>
          <a:p>
            <a:pPr marL="285750" indent="-285750" algn="just">
              <a:buFont typeface="Arial" panose="020B0604020202020204" pitchFamily="34" charset="0"/>
              <a:buChar char="•"/>
            </a:pPr>
            <a:endParaRPr lang="pt-BR" sz="1800" b="0" i="0" dirty="0">
              <a:solidFill>
                <a:srgbClr val="0D0D0D"/>
              </a:solidFill>
              <a:effectLst/>
            </a:endParaRPr>
          </a:p>
          <a:p>
            <a:pPr marL="285750" indent="-285750" algn="just">
              <a:buFont typeface="Arial" panose="020B0604020202020204" pitchFamily="34" charset="0"/>
              <a:buChar char="•"/>
            </a:pPr>
            <a:r>
              <a:rPr lang="pt-BR" sz="1800" b="0" i="0" dirty="0">
                <a:solidFill>
                  <a:schemeClr val="accent1"/>
                </a:solidFill>
                <a:effectLst/>
              </a:rPr>
              <a:t>Processos evolutivos </a:t>
            </a:r>
            <a:r>
              <a:rPr lang="pt-BR" sz="1800" b="0" i="0" dirty="0">
                <a:solidFill>
                  <a:srgbClr val="0D0D0D"/>
                </a:solidFill>
                <a:effectLst/>
              </a:rPr>
              <a:t>são objetos de estudos científicos onde o principal objetivo é entender como a evolução funciona. </a:t>
            </a:r>
          </a:p>
          <a:p>
            <a:pPr algn="just"/>
            <a:endParaRPr lang="pt-BR" sz="1800" b="0" i="0" dirty="0">
              <a:solidFill>
                <a:srgbClr val="0D0D0D"/>
              </a:solidFill>
              <a:effectLst/>
            </a:endParaRPr>
          </a:p>
          <a:p>
            <a:pPr marL="285750" indent="-285750" algn="just">
              <a:buFont typeface="Arial" panose="020B0604020202020204" pitchFamily="34" charset="0"/>
              <a:buChar char="•"/>
            </a:pPr>
            <a:r>
              <a:rPr lang="pt-BR" sz="1800" b="0" i="0" dirty="0">
                <a:solidFill>
                  <a:srgbClr val="0D0D0D"/>
                </a:solidFill>
                <a:effectLst/>
              </a:rPr>
              <a:t>Nessa perspectiva, a computação evolucionária representa a possibilidade de </a:t>
            </a:r>
            <a:r>
              <a:rPr lang="pt-BR" sz="1800" b="0" i="0" dirty="0">
                <a:solidFill>
                  <a:schemeClr val="accent1"/>
                </a:solidFill>
                <a:effectLst/>
              </a:rPr>
              <a:t>realizar experimentos de forma diferente da biologia tradicional. </a:t>
            </a:r>
            <a:r>
              <a:rPr lang="pt-BR" sz="1800" b="0" i="0" dirty="0">
                <a:solidFill>
                  <a:srgbClr val="0D0D0D"/>
                </a:solidFill>
                <a:effectLst/>
              </a:rPr>
              <a:t>Processos evolutivos podem ser simulados em um computador, onde milhões de gerações podem ser executadas em questão de horas ou dias e repetidas em várias circunstâncias.</a:t>
            </a:r>
          </a:p>
          <a:p>
            <a:pPr marL="285750" indent="-285750" algn="just">
              <a:buFont typeface="Arial" panose="020B0604020202020204" pitchFamily="34" charset="0"/>
              <a:buChar char="•"/>
            </a:pPr>
            <a:endParaRPr lang="pt-BR" sz="1800" b="0" i="0" dirty="0">
              <a:solidFill>
                <a:srgbClr val="0D0D0D"/>
              </a:solidFill>
              <a:effectLst/>
            </a:endParaRPr>
          </a:p>
        </p:txBody>
      </p:sp>
      <p:pic>
        <p:nvPicPr>
          <p:cNvPr id="5" name="Imagem 4">
            <a:extLst>
              <a:ext uri="{FF2B5EF4-FFF2-40B4-BE49-F238E27FC236}">
                <a16:creationId xmlns:a16="http://schemas.microsoft.com/office/drawing/2014/main" id="{7956A066-34FB-4AC3-0967-A29D3B66BC86}"/>
              </a:ext>
            </a:extLst>
          </p:cNvPr>
          <p:cNvPicPr>
            <a:picLocks noChangeAspect="1"/>
          </p:cNvPicPr>
          <p:nvPr/>
        </p:nvPicPr>
        <p:blipFill rotWithShape="1">
          <a:blip r:embed="rId2"/>
          <a:srcRect l="2409" r="1"/>
          <a:stretch/>
        </p:blipFill>
        <p:spPr>
          <a:xfrm>
            <a:off x="2199503" y="4656318"/>
            <a:ext cx="4386825" cy="1987032"/>
          </a:xfrm>
          <a:prstGeom prst="rect">
            <a:avLst/>
          </a:prstGeom>
        </p:spPr>
      </p:pic>
    </p:spTree>
    <p:extLst>
      <p:ext uri="{BB962C8B-B14F-4D97-AF65-F5344CB8AC3E}">
        <p14:creationId xmlns:p14="http://schemas.microsoft.com/office/powerpoint/2010/main" val="314317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FEEEA-9A6E-397D-A2DB-E0B1885E9B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553876-FEDA-8A48-0EF0-1ABE04299313}"/>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 Exemplo 1 </a:t>
            </a:r>
          </a:p>
        </p:txBody>
      </p:sp>
      <p:sp>
        <p:nvSpPr>
          <p:cNvPr id="3" name="Subtítulo 2">
            <a:extLst>
              <a:ext uri="{FF2B5EF4-FFF2-40B4-BE49-F238E27FC236}">
                <a16:creationId xmlns:a16="http://schemas.microsoft.com/office/drawing/2014/main" id="{2A0BA978-DB20-A0FF-66D6-6930874497C1}"/>
              </a:ext>
            </a:extLst>
          </p:cNvPr>
          <p:cNvSpPr>
            <a:spLocks noGrp="1"/>
          </p:cNvSpPr>
          <p:nvPr>
            <p:ph type="subTitle"/>
          </p:nvPr>
        </p:nvSpPr>
        <p:spPr>
          <a:xfrm>
            <a:off x="285750" y="1521270"/>
            <a:ext cx="8629650" cy="4460580"/>
          </a:xfrm>
        </p:spPr>
        <p:txBody>
          <a:bodyPr anchor="t"/>
          <a:lstStyle/>
          <a:p>
            <a:pPr marL="285750" indent="-285750" algn="just">
              <a:buFont typeface="Arial" panose="020B0604020202020204" pitchFamily="34" charset="0"/>
              <a:buChar char="•"/>
            </a:pPr>
            <a:r>
              <a:rPr lang="pt-BR" sz="1600" b="0" i="0" dirty="0">
                <a:solidFill>
                  <a:srgbClr val="0D0D0D"/>
                </a:solidFill>
                <a:effectLst/>
              </a:rPr>
              <a:t>Uma tarefa desafiadora de otimização que foi realizada com sucesso por algoritmos evolucionários é a elaboração de horários </a:t>
            </a:r>
            <a:r>
              <a:rPr lang="pt-BR" sz="1600" b="0" i="0" dirty="0">
                <a:solidFill>
                  <a:schemeClr val="accent1"/>
                </a:solidFill>
                <a:effectLst/>
              </a:rPr>
              <a:t>para aulas universitárias</a:t>
            </a:r>
            <a:r>
              <a:rPr lang="pt-BR" sz="1600" b="0" i="0" dirty="0">
                <a:solidFill>
                  <a:srgbClr val="0D0D0D"/>
                </a:solidFill>
                <a:effectLst/>
              </a:rPr>
              <a:t>.</a:t>
            </a:r>
          </a:p>
          <a:p>
            <a:pPr marL="285750" indent="-285750" algn="just">
              <a:buFont typeface="Arial" panose="020B0604020202020204" pitchFamily="34" charset="0"/>
              <a:buChar char="•"/>
            </a:pPr>
            <a:r>
              <a:rPr lang="pt-BR" sz="1600" b="0" i="0" dirty="0">
                <a:solidFill>
                  <a:srgbClr val="0D0D0D"/>
                </a:solidFill>
                <a:effectLst/>
              </a:rPr>
              <a:t>Tipicamente, ocorrem milhares de eventos durante uma semana universitária, e cada um deles deve receber um dia, horário e sala. </a:t>
            </a:r>
          </a:p>
          <a:p>
            <a:pPr marL="285750" indent="-285750" algn="just">
              <a:buFont typeface="Arial" panose="020B0604020202020204" pitchFamily="34" charset="0"/>
              <a:buChar char="•"/>
            </a:pPr>
            <a:r>
              <a:rPr lang="pt-BR" sz="1600" b="0" i="0" dirty="0">
                <a:solidFill>
                  <a:srgbClr val="0D0D0D"/>
                </a:solidFill>
                <a:effectLst/>
              </a:rPr>
              <a:t>A primeira tarefa de otimização é reduzir o número de conflitos, por exemplo, um aluno precisando estar em dois lugares ao mesmo tempo, ou uma sala sendo usada para duas palestras simultaneamente. </a:t>
            </a:r>
          </a:p>
          <a:p>
            <a:pPr marL="285750" indent="-285750" algn="just">
              <a:buFont typeface="Arial" panose="020B0604020202020204" pitchFamily="34" charset="0"/>
              <a:buChar char="•"/>
            </a:pPr>
            <a:r>
              <a:rPr lang="pt-BR" sz="1600" b="0" i="0" dirty="0">
                <a:solidFill>
                  <a:srgbClr val="0D0D0D"/>
                </a:solidFill>
                <a:effectLst/>
              </a:rPr>
              <a:t>Produzir horários viáveis sem conflitos é uma tarefa difícil. Na verdade, descobriu-se que na maioria dos casos a vasta maioria do espaço de todos os horários é preenchida com soluções inviáveis.</a:t>
            </a:r>
          </a:p>
          <a:p>
            <a:pPr marL="285750" indent="-285750" algn="just">
              <a:buFont typeface="Arial" panose="020B0604020202020204" pitchFamily="34" charset="0"/>
              <a:buChar char="•"/>
            </a:pPr>
            <a:r>
              <a:rPr lang="pt-BR" sz="1600" b="0" i="0" dirty="0">
                <a:solidFill>
                  <a:srgbClr val="0D0D0D"/>
                </a:solidFill>
                <a:effectLst/>
              </a:rPr>
              <a:t>Além de produzir horários viáveis, também queremos produzir horários que sejam otimizados no que diz respeito aos usuários. Essa tarefa de otimização envolve considerar um grande número de objetivos que competem entre si</a:t>
            </a:r>
            <a:r>
              <a:rPr lang="pt-BR" sz="1600" dirty="0">
                <a:solidFill>
                  <a:srgbClr val="0D0D0D"/>
                </a:solidFill>
              </a:rPr>
              <a:t>.</a:t>
            </a:r>
          </a:p>
          <a:p>
            <a:pPr marL="285750" indent="-285750" algn="just">
              <a:buFont typeface="Arial" panose="020B0604020202020204" pitchFamily="34" charset="0"/>
              <a:buChar char="•"/>
            </a:pPr>
            <a:r>
              <a:rPr lang="pt-BR" sz="1600" dirty="0">
                <a:solidFill>
                  <a:srgbClr val="0D0D0D"/>
                </a:solidFill>
                <a:latin typeface="+mj-lt"/>
              </a:rPr>
              <a:t>Qual o interesse dos alunos? Dos professores? Da administração?</a:t>
            </a:r>
            <a:endParaRPr lang="pt-BR" sz="1600" b="0" i="0" dirty="0">
              <a:solidFill>
                <a:srgbClr val="0D0D0D"/>
              </a:solidFill>
              <a:effectLst/>
              <a:latin typeface="+mj-lt"/>
            </a:endParaRPr>
          </a:p>
        </p:txBody>
      </p:sp>
      <p:pic>
        <p:nvPicPr>
          <p:cNvPr id="4098" name="Picture 2" descr="Qual a diferença entre centro universitário, faculdade e universidade?">
            <a:extLst>
              <a:ext uri="{FF2B5EF4-FFF2-40B4-BE49-F238E27FC236}">
                <a16:creationId xmlns:a16="http://schemas.microsoft.com/office/drawing/2014/main" id="{F6085124-87F9-76D8-C682-365CF057E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9403" y="4689936"/>
            <a:ext cx="5925194" cy="1972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77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2F9D0-ABE5-500F-2AF1-C39C9533CC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7AB433-EF9B-6D8F-E789-0B41F72B3024}"/>
              </a:ext>
            </a:extLst>
          </p:cNvPr>
          <p:cNvSpPr>
            <a:spLocks noGrp="1"/>
          </p:cNvSpPr>
          <p:nvPr>
            <p:ph type="title"/>
          </p:nvPr>
        </p:nvSpPr>
        <p:spPr/>
        <p:txBody>
          <a:bodyPr/>
          <a:lstStyle/>
          <a:p>
            <a:r>
              <a:rPr lang="pt-BR" sz="3600" dirty="0">
                <a:solidFill>
                  <a:schemeClr val="tx2">
                    <a:lumMod val="40000"/>
                    <a:lumOff val="60000"/>
                  </a:schemeClr>
                </a:solidFill>
              </a:rPr>
              <a:t>Motivação – Exemplo 2 </a:t>
            </a:r>
          </a:p>
        </p:txBody>
      </p:sp>
      <p:sp>
        <p:nvSpPr>
          <p:cNvPr id="3" name="Subtítulo 2">
            <a:extLst>
              <a:ext uri="{FF2B5EF4-FFF2-40B4-BE49-F238E27FC236}">
                <a16:creationId xmlns:a16="http://schemas.microsoft.com/office/drawing/2014/main" id="{4D947956-672B-7106-381D-A57FF103F52A}"/>
              </a:ext>
            </a:extLst>
          </p:cNvPr>
          <p:cNvSpPr>
            <a:spLocks noGrp="1"/>
          </p:cNvSpPr>
          <p:nvPr>
            <p:ph/>
          </p:nvPr>
        </p:nvSpPr>
        <p:spPr>
          <a:xfrm>
            <a:off x="457200" y="1746140"/>
            <a:ext cx="8229240" cy="1144800"/>
          </a:xfrm>
        </p:spPr>
        <p:txBody>
          <a:bodyPr anchor="t"/>
          <a:lstStyle/>
          <a:p>
            <a:pPr algn="just"/>
            <a:r>
              <a:rPr lang="pt-BR" sz="1600" b="0" i="0" dirty="0">
                <a:solidFill>
                  <a:srgbClr val="0D0D0D"/>
                </a:solidFill>
                <a:effectLst/>
              </a:rPr>
              <a:t>As aplicações de CE na otimização de </a:t>
            </a:r>
            <a:r>
              <a:rPr lang="pt-BR" sz="1600" b="0" i="0" dirty="0">
                <a:solidFill>
                  <a:schemeClr val="accent1"/>
                </a:solidFill>
                <a:effectLst/>
              </a:rPr>
              <a:t>design industrial </a:t>
            </a:r>
            <a:r>
              <a:rPr lang="pt-BR" sz="1600" b="0" i="0" dirty="0">
                <a:solidFill>
                  <a:srgbClr val="0D0D0D"/>
                </a:solidFill>
                <a:effectLst/>
              </a:rPr>
              <a:t>podem ser ilustradas com o caso de um suporte de antena parabólica. </a:t>
            </a:r>
          </a:p>
          <a:p>
            <a:pPr algn="just"/>
            <a:r>
              <a:rPr lang="pt-BR" sz="1600" b="0" i="0" dirty="0">
                <a:solidFill>
                  <a:srgbClr val="0D0D0D"/>
                </a:solidFill>
                <a:effectLst/>
              </a:rPr>
              <a:t>Esta estrutura em forma de escada conecta o corpo do satélite com a antena necessária para comunicação. É essencial que este suporte seja estável, especialmente resistente à vibração, já que não há ar no espaço para amortecer vibrações que poderiam quebrar toda a construção. Keane et al.  otimizaram essa construção usando um algoritmo evolucionário. A estrutura resultante é 20.000% (!) melhor do que as formas tradicionais, mas para os humanos ela parece muito estranha: não exibe simetria e não há uma lógica de design intuitiva visível.</a:t>
            </a:r>
          </a:p>
        </p:txBody>
      </p:sp>
      <p:pic>
        <p:nvPicPr>
          <p:cNvPr id="5" name="Imagem 4">
            <a:extLst>
              <a:ext uri="{FF2B5EF4-FFF2-40B4-BE49-F238E27FC236}">
                <a16:creationId xmlns:a16="http://schemas.microsoft.com/office/drawing/2014/main" id="{385C1A5E-C022-622A-672E-BFE5E7B74126}"/>
              </a:ext>
            </a:extLst>
          </p:cNvPr>
          <p:cNvPicPr>
            <a:picLocks noChangeAspect="1"/>
          </p:cNvPicPr>
          <p:nvPr/>
        </p:nvPicPr>
        <p:blipFill rotWithShape="1">
          <a:blip r:embed="rId2"/>
          <a:srcRect b="17462"/>
          <a:stretch/>
        </p:blipFill>
        <p:spPr>
          <a:xfrm>
            <a:off x="1771649" y="3845388"/>
            <a:ext cx="5469410" cy="2098212"/>
          </a:xfrm>
          <a:prstGeom prst="rect">
            <a:avLst/>
          </a:prstGeom>
        </p:spPr>
      </p:pic>
    </p:spTree>
    <p:extLst>
      <p:ext uri="{BB962C8B-B14F-4D97-AF65-F5344CB8AC3E}">
        <p14:creationId xmlns:p14="http://schemas.microsoft.com/office/powerpoint/2010/main" val="533121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6552-9FF9-A7CB-C0FE-B8ACDC3001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652F6D-7F6A-010B-6756-3B5BF0991ED9}"/>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 Exemplo 2</a:t>
            </a:r>
          </a:p>
        </p:txBody>
      </p:sp>
      <p:sp>
        <p:nvSpPr>
          <p:cNvPr id="3" name="Subtítulo 2">
            <a:extLst>
              <a:ext uri="{FF2B5EF4-FFF2-40B4-BE49-F238E27FC236}">
                <a16:creationId xmlns:a16="http://schemas.microsoft.com/office/drawing/2014/main" id="{E236E24F-1686-E466-9A1E-CF0D5B86F666}"/>
              </a:ext>
            </a:extLst>
          </p:cNvPr>
          <p:cNvSpPr>
            <a:spLocks noGrp="1"/>
          </p:cNvSpPr>
          <p:nvPr>
            <p:ph type="subTitle"/>
          </p:nvPr>
        </p:nvSpPr>
        <p:spPr>
          <a:xfrm>
            <a:off x="285749" y="1521270"/>
            <a:ext cx="8229240" cy="4423510"/>
          </a:xfrm>
        </p:spPr>
        <p:txBody>
          <a:bodyPr anchor="t"/>
          <a:lstStyle/>
          <a:p>
            <a:pPr marL="285750" indent="-285750" algn="just">
              <a:buFont typeface="Arial" panose="020B0604020202020204" pitchFamily="34" charset="0"/>
              <a:buChar char="•"/>
            </a:pPr>
            <a:r>
              <a:rPr lang="pt-BR" sz="1600" b="0" i="0" dirty="0">
                <a:solidFill>
                  <a:srgbClr val="0D0D0D"/>
                </a:solidFill>
                <a:effectLst/>
                <a:latin typeface="+mn-lt"/>
              </a:rPr>
              <a:t>Essa estrutura final se parece muito com um desenho aleatório, e o aspecto crucial é este: é um desenho aleatório, elaborado sem inteligência, mas que evolui ao longo de várias gerações consecutivas de soluções aprimoradas. Isso ilustra o poder da evolução como designer: ela não é limitada por convenções, considerações estéticas ou preferências infundadas por simetria. </a:t>
            </a:r>
          </a:p>
          <a:p>
            <a:pPr marL="285750" indent="-285750" algn="just">
              <a:buFont typeface="Arial" panose="020B0604020202020204" pitchFamily="34" charset="0"/>
              <a:buChar char="•"/>
            </a:pPr>
            <a:endParaRPr lang="pt-BR" sz="1600" dirty="0">
              <a:solidFill>
                <a:srgbClr val="0D0D0D"/>
              </a:solidFill>
              <a:latin typeface="+mn-lt"/>
            </a:endParaRPr>
          </a:p>
        </p:txBody>
      </p:sp>
      <p:pic>
        <p:nvPicPr>
          <p:cNvPr id="5" name="Imagem 4">
            <a:extLst>
              <a:ext uri="{FF2B5EF4-FFF2-40B4-BE49-F238E27FC236}">
                <a16:creationId xmlns:a16="http://schemas.microsoft.com/office/drawing/2014/main" id="{4A4F248A-B9FF-A21F-CC4E-2B9F2022F646}"/>
              </a:ext>
            </a:extLst>
          </p:cNvPr>
          <p:cNvPicPr>
            <a:picLocks noChangeAspect="1"/>
          </p:cNvPicPr>
          <p:nvPr/>
        </p:nvPicPr>
        <p:blipFill rotWithShape="1">
          <a:blip r:embed="rId2"/>
          <a:srcRect b="13704"/>
          <a:stretch/>
        </p:blipFill>
        <p:spPr>
          <a:xfrm>
            <a:off x="1161535" y="2933405"/>
            <a:ext cx="6479020" cy="2598715"/>
          </a:xfrm>
          <a:prstGeom prst="rect">
            <a:avLst/>
          </a:prstGeom>
        </p:spPr>
      </p:pic>
    </p:spTree>
    <p:extLst>
      <p:ext uri="{BB962C8B-B14F-4D97-AF65-F5344CB8AC3E}">
        <p14:creationId xmlns:p14="http://schemas.microsoft.com/office/powerpoint/2010/main" val="1940948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D00DB-1171-AD11-C292-9C91FB27E6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592B33-2977-D2DE-AA10-0FDF1086791E}"/>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a:t>
            </a:r>
          </a:p>
        </p:txBody>
      </p:sp>
      <p:sp>
        <p:nvSpPr>
          <p:cNvPr id="3" name="Subtítulo 2">
            <a:extLst>
              <a:ext uri="{FF2B5EF4-FFF2-40B4-BE49-F238E27FC236}">
                <a16:creationId xmlns:a16="http://schemas.microsoft.com/office/drawing/2014/main" id="{FFE54B81-BC60-3BFD-E78E-D5D1F769D303}"/>
              </a:ext>
            </a:extLst>
          </p:cNvPr>
          <p:cNvSpPr>
            <a:spLocks noGrp="1"/>
          </p:cNvSpPr>
          <p:nvPr>
            <p:ph type="subTitle"/>
          </p:nvPr>
        </p:nvSpPr>
        <p:spPr>
          <a:xfrm>
            <a:off x="285750" y="2004570"/>
            <a:ext cx="5089439" cy="3977280"/>
          </a:xfrm>
        </p:spPr>
        <p:txBody>
          <a:bodyPr anchor="t"/>
          <a:lstStyle/>
          <a:p>
            <a:pPr algn="l"/>
            <a:r>
              <a:rPr lang="pt-BR" sz="1600" b="1" dirty="0">
                <a:solidFill>
                  <a:srgbClr val="0D0D0D"/>
                </a:solidFill>
              </a:rPr>
              <a:t>Em resumo, podemos dizer que as principais motivações são:</a:t>
            </a:r>
          </a:p>
          <a:p>
            <a:pPr algn="l">
              <a:buFont typeface="+mj-lt"/>
              <a:buAutoNum type="arabicPeriod"/>
            </a:pPr>
            <a:endParaRPr lang="pt-BR" sz="1600" b="1" i="0" dirty="0">
              <a:solidFill>
                <a:srgbClr val="0D0D0D"/>
              </a:solidFill>
              <a:effectLst/>
            </a:endParaRPr>
          </a:p>
          <a:p>
            <a:pPr algn="just">
              <a:buFont typeface="+mj-lt"/>
              <a:buAutoNum type="arabicPeriod"/>
            </a:pPr>
            <a:r>
              <a:rPr lang="pt-BR" sz="1600" b="1" i="0" dirty="0">
                <a:solidFill>
                  <a:srgbClr val="0D0D0D"/>
                </a:solidFill>
                <a:effectLst/>
              </a:rPr>
              <a:t>Soluções eficazes para problemas complexos</a:t>
            </a:r>
            <a:r>
              <a:rPr lang="pt-BR" sz="1600" b="0" i="0" dirty="0">
                <a:solidFill>
                  <a:srgbClr val="0D0D0D"/>
                </a:solidFill>
                <a:effectLst/>
              </a:rPr>
              <a:t>: A computação evolucionária oferece abordagens eficazes para lidar com problemas complexos e não-lineares que são difíceis de resolver por métodos tradicionais.</a:t>
            </a:r>
          </a:p>
          <a:p>
            <a:pPr algn="just">
              <a:buFont typeface="+mj-lt"/>
              <a:buAutoNum type="arabicPeriod"/>
            </a:pPr>
            <a:endParaRPr lang="pt-BR" sz="1600" dirty="0">
              <a:solidFill>
                <a:srgbClr val="0D0D0D"/>
              </a:solidFill>
            </a:endParaRPr>
          </a:p>
          <a:p>
            <a:pPr algn="just">
              <a:buFont typeface="+mj-lt"/>
              <a:buAutoNum type="arabicPeriod"/>
            </a:pPr>
            <a:endParaRPr lang="pt-BR" sz="1600" b="0" i="0" dirty="0">
              <a:solidFill>
                <a:srgbClr val="0D0D0D"/>
              </a:solidFill>
              <a:effectLst/>
            </a:endParaRPr>
          </a:p>
          <a:p>
            <a:pPr algn="just">
              <a:buFont typeface="+mj-lt"/>
              <a:buAutoNum type="arabicPeriod"/>
            </a:pPr>
            <a:r>
              <a:rPr lang="pt-BR" sz="1600" b="1" i="0" dirty="0">
                <a:solidFill>
                  <a:srgbClr val="0D0D0D"/>
                </a:solidFill>
                <a:effectLst/>
              </a:rPr>
              <a:t>Inspiração na natureza</a:t>
            </a:r>
            <a:r>
              <a:rPr lang="pt-BR" sz="1600" b="0" i="0" dirty="0">
                <a:solidFill>
                  <a:srgbClr val="0D0D0D"/>
                </a:solidFill>
                <a:effectLst/>
              </a:rPr>
              <a:t>: Baseada em princípios biológicos, a computação evolucionária utiliza conceitos como seleção natural, hereditariedade e mutação para resolver problemas de otimização e design.</a:t>
            </a:r>
          </a:p>
        </p:txBody>
      </p:sp>
      <p:pic>
        <p:nvPicPr>
          <p:cNvPr id="5122" name="Picture 2" descr="Programador Genético Usando Algoritmos Genéticos E Computação Evolucionária  Para Resolver Problemas Complexos Ilustração Stock - Ilustração de  algoritmo, aprendizagem: 273613713">
            <a:extLst>
              <a:ext uri="{FF2B5EF4-FFF2-40B4-BE49-F238E27FC236}">
                <a16:creationId xmlns:a16="http://schemas.microsoft.com/office/drawing/2014/main" id="{949E8823-F9A0-4BD3-F14E-CBF8241A48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980" y="2560748"/>
            <a:ext cx="3349270" cy="2420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905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5ACBB-D8A7-C67C-276C-38A67D448C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C1864F0-F676-5509-D6DC-B5A7E1A48712}"/>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a:t>
            </a:r>
          </a:p>
        </p:txBody>
      </p:sp>
      <p:sp>
        <p:nvSpPr>
          <p:cNvPr id="3" name="Subtítulo 2">
            <a:extLst>
              <a:ext uri="{FF2B5EF4-FFF2-40B4-BE49-F238E27FC236}">
                <a16:creationId xmlns:a16="http://schemas.microsoft.com/office/drawing/2014/main" id="{F8E33D64-D852-A3F6-8CBA-7BD6346E3D28}"/>
              </a:ext>
            </a:extLst>
          </p:cNvPr>
          <p:cNvSpPr>
            <a:spLocks noGrp="1"/>
          </p:cNvSpPr>
          <p:nvPr>
            <p:ph type="subTitle"/>
          </p:nvPr>
        </p:nvSpPr>
        <p:spPr>
          <a:xfrm>
            <a:off x="285750" y="1729946"/>
            <a:ext cx="4286250" cy="4751584"/>
          </a:xfrm>
        </p:spPr>
        <p:txBody>
          <a:bodyPr anchor="t"/>
          <a:lstStyle/>
          <a:p>
            <a:pPr marL="285750" indent="-285750" algn="just">
              <a:buFont typeface="Arial" panose="020B0604020202020204" pitchFamily="34" charset="0"/>
              <a:buChar char="•"/>
            </a:pPr>
            <a:r>
              <a:rPr lang="pt-BR" sz="1600" b="1" dirty="0">
                <a:solidFill>
                  <a:srgbClr val="0D0D0D"/>
                </a:solidFill>
              </a:rPr>
              <a:t>Em resumo, podemos dizer que as principais motivações são:</a:t>
            </a:r>
          </a:p>
          <a:p>
            <a:pPr marL="285750" indent="-285750" algn="just">
              <a:buFont typeface="Arial" panose="020B0604020202020204" pitchFamily="34" charset="0"/>
              <a:buChar char="•"/>
            </a:pPr>
            <a:endParaRPr lang="pt-BR" sz="1600" b="1" i="0" dirty="0">
              <a:solidFill>
                <a:srgbClr val="0D0D0D"/>
              </a:solidFill>
              <a:effectLst/>
            </a:endParaRPr>
          </a:p>
          <a:p>
            <a:pPr marL="285750" indent="-285750" algn="just">
              <a:buFont typeface="Arial" panose="020B0604020202020204" pitchFamily="34" charset="0"/>
              <a:buChar char="•"/>
            </a:pPr>
            <a:endParaRPr lang="pt-BR" sz="1600" b="1" dirty="0">
              <a:solidFill>
                <a:srgbClr val="0D0D0D"/>
              </a:solidFill>
            </a:endParaRPr>
          </a:p>
          <a:p>
            <a:pPr marL="285750" indent="-285750" algn="just">
              <a:buFont typeface="Arial" panose="020B0604020202020204" pitchFamily="34" charset="0"/>
              <a:buChar char="•"/>
            </a:pPr>
            <a:r>
              <a:rPr lang="pt-BR" sz="1600" b="1" i="0" dirty="0">
                <a:solidFill>
                  <a:srgbClr val="0D0D0D"/>
                </a:solidFill>
                <a:effectLst/>
              </a:rPr>
              <a:t>Versatilidade em aplicações</a:t>
            </a:r>
            <a:r>
              <a:rPr lang="pt-BR" sz="1600" b="0" i="0" dirty="0">
                <a:solidFill>
                  <a:srgbClr val="0D0D0D"/>
                </a:solidFill>
                <a:effectLst/>
              </a:rPr>
              <a:t>: Pode ser aplicada em uma ampla gama de domínios, incluindo otimização de parâmetros, design de sistemas, aprendizado de máquina, robótica, entre outros.</a:t>
            </a:r>
          </a:p>
          <a:p>
            <a:pPr marL="285750" indent="-285750" algn="just">
              <a:buFont typeface="Arial" panose="020B0604020202020204" pitchFamily="34" charset="0"/>
              <a:buChar char="•"/>
            </a:pPr>
            <a:endParaRPr lang="pt-BR" sz="1600" b="0" i="0" dirty="0">
              <a:solidFill>
                <a:srgbClr val="0D0D0D"/>
              </a:solidFill>
              <a:effectLst/>
            </a:endParaRPr>
          </a:p>
          <a:p>
            <a:pPr marL="285750" indent="-285750" algn="just">
              <a:buFont typeface="Arial" panose="020B0604020202020204" pitchFamily="34" charset="0"/>
              <a:buChar char="•"/>
            </a:pPr>
            <a:r>
              <a:rPr lang="pt-BR" sz="1600" b="1" i="0" dirty="0">
                <a:solidFill>
                  <a:srgbClr val="0D0D0D"/>
                </a:solidFill>
                <a:effectLst/>
              </a:rPr>
              <a:t>Exploração de espaços de solução</a:t>
            </a:r>
            <a:r>
              <a:rPr lang="pt-BR" sz="1600" b="0" i="0" dirty="0">
                <a:solidFill>
                  <a:srgbClr val="0D0D0D"/>
                </a:solidFill>
                <a:effectLst/>
              </a:rPr>
              <a:t>: Os algoritmos evolucionários são capazes de explorar eficientemente espaços de solução vastos e complexos, encontrando soluções ótimas ou próximas do ótimo em cenários onde a busca exaustiva não é viável.</a:t>
            </a:r>
          </a:p>
        </p:txBody>
      </p:sp>
      <p:pic>
        <p:nvPicPr>
          <p:cNvPr id="6146" name="Picture 2" descr="Áreas do conhecimento e suas características – Paola Eduarda">
            <a:extLst>
              <a:ext uri="{FF2B5EF4-FFF2-40B4-BE49-F238E27FC236}">
                <a16:creationId xmlns:a16="http://schemas.microsoft.com/office/drawing/2014/main" id="{27A1A2D4-4555-4BC9-25F3-DC0D692963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7860" y="2286000"/>
            <a:ext cx="2915680" cy="2915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173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0F53E-461B-00C2-DADB-BF873C8154D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9D4860-EEB3-58D3-1CF9-A76B6F2B8581}"/>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a:t>
            </a:r>
          </a:p>
        </p:txBody>
      </p:sp>
      <p:sp>
        <p:nvSpPr>
          <p:cNvPr id="3" name="Subtítulo 2">
            <a:extLst>
              <a:ext uri="{FF2B5EF4-FFF2-40B4-BE49-F238E27FC236}">
                <a16:creationId xmlns:a16="http://schemas.microsoft.com/office/drawing/2014/main" id="{8C413C50-7269-172D-C776-B2C06D912605}"/>
              </a:ext>
            </a:extLst>
          </p:cNvPr>
          <p:cNvSpPr>
            <a:spLocks noGrp="1"/>
          </p:cNvSpPr>
          <p:nvPr>
            <p:ph type="subTitle"/>
          </p:nvPr>
        </p:nvSpPr>
        <p:spPr>
          <a:xfrm>
            <a:off x="285749" y="2004570"/>
            <a:ext cx="4175039" cy="3977280"/>
          </a:xfrm>
        </p:spPr>
        <p:txBody>
          <a:bodyPr anchor="t"/>
          <a:lstStyle/>
          <a:p>
            <a:pPr algn="just"/>
            <a:r>
              <a:rPr lang="pt-BR" sz="1600" b="1" dirty="0">
                <a:solidFill>
                  <a:srgbClr val="0D0D0D"/>
                </a:solidFill>
              </a:rPr>
              <a:t>Em resumo, podemos dizer que as principais motivações são:</a:t>
            </a:r>
          </a:p>
          <a:p>
            <a:pPr algn="just">
              <a:buFont typeface="+mj-lt"/>
              <a:buAutoNum type="arabicPeriod"/>
            </a:pPr>
            <a:endParaRPr lang="pt-BR" sz="1600" b="1" i="0" dirty="0">
              <a:solidFill>
                <a:srgbClr val="0D0D0D"/>
              </a:solidFill>
              <a:effectLst/>
            </a:endParaRPr>
          </a:p>
          <a:p>
            <a:pPr marL="285750" indent="-285750" algn="just">
              <a:buFont typeface="Arial" panose="020B0604020202020204" pitchFamily="34" charset="0"/>
              <a:buChar char="•"/>
            </a:pPr>
            <a:endParaRPr lang="pt-BR" sz="1600" b="1" dirty="0">
              <a:solidFill>
                <a:srgbClr val="0D0D0D"/>
              </a:solidFill>
            </a:endParaRPr>
          </a:p>
          <a:p>
            <a:pPr marL="285750" indent="-285750" algn="just">
              <a:buFont typeface="Arial" panose="020B0604020202020204" pitchFamily="34" charset="0"/>
              <a:buChar char="•"/>
            </a:pPr>
            <a:r>
              <a:rPr lang="pt-BR" sz="1600" b="1" i="0" dirty="0">
                <a:solidFill>
                  <a:srgbClr val="0D0D0D"/>
                </a:solidFill>
                <a:effectLst/>
              </a:rPr>
              <a:t>Adaptação a ambientes dinâmicos</a:t>
            </a:r>
            <a:r>
              <a:rPr lang="pt-BR" sz="1600" b="0" i="0" dirty="0">
                <a:solidFill>
                  <a:srgbClr val="0D0D0D"/>
                </a:solidFill>
                <a:effectLst/>
              </a:rPr>
              <a:t>: A capacidade dos algoritmos evolucionários de se adaptarem a mudanças no ambiente faz deles uma escolha adequada para problemas em que as condições podem variar ao longo do tempo.</a:t>
            </a:r>
            <a:endParaRPr lang="pt-BR" sz="1600" dirty="0">
              <a:solidFill>
                <a:srgbClr val="0D0D0D"/>
              </a:solidFill>
            </a:endParaRPr>
          </a:p>
          <a:p>
            <a:pPr marL="285750" indent="-285750" algn="just">
              <a:buFont typeface="Arial" panose="020B0604020202020204" pitchFamily="34" charset="0"/>
              <a:buChar char="•"/>
            </a:pPr>
            <a:endParaRPr lang="pt-BR" sz="1600" b="0" i="0" dirty="0">
              <a:solidFill>
                <a:srgbClr val="0D0D0D"/>
              </a:solidFill>
              <a:effectLst/>
            </a:endParaRPr>
          </a:p>
          <a:p>
            <a:pPr marL="285750" indent="-285750" algn="just">
              <a:buFont typeface="Arial" panose="020B0604020202020204" pitchFamily="34" charset="0"/>
              <a:buChar char="•"/>
            </a:pPr>
            <a:r>
              <a:rPr lang="pt-BR" sz="1600" b="1" i="0" dirty="0">
                <a:solidFill>
                  <a:srgbClr val="0D0D0D"/>
                </a:solidFill>
                <a:effectLst/>
              </a:rPr>
              <a:t>Paralelismo e escalabilidade</a:t>
            </a:r>
            <a:r>
              <a:rPr lang="pt-BR" sz="1600" b="0" i="0" dirty="0">
                <a:solidFill>
                  <a:srgbClr val="0D0D0D"/>
                </a:solidFill>
                <a:effectLst/>
              </a:rPr>
              <a:t>: Algoritmos evolucionários podem ser facilmente paralelizados, permitindo a exploração eficiente de grandes conjuntos de soluções e uma melhor escalabilidade em termos de complexidade do problema.</a:t>
            </a:r>
          </a:p>
        </p:txBody>
      </p:sp>
      <p:pic>
        <p:nvPicPr>
          <p:cNvPr id="7170" name="Picture 2" descr="Escalabilidade: o que é e como ganhar escala na sua empresa | Blog  Televendas &amp; Cobrança">
            <a:extLst>
              <a:ext uri="{FF2B5EF4-FFF2-40B4-BE49-F238E27FC236}">
                <a16:creationId xmlns:a16="http://schemas.microsoft.com/office/drawing/2014/main" id="{0D44250C-66EE-9782-9561-DB2861B234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4481" y="2693773"/>
            <a:ext cx="3710928" cy="2466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4804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70608-D6FD-D55A-FB35-BA4941631CB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3AF345-35EA-6E21-A740-9AC9652F630A}"/>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a:t>
            </a:r>
          </a:p>
        </p:txBody>
      </p:sp>
      <p:sp>
        <p:nvSpPr>
          <p:cNvPr id="3" name="Subtítulo 2">
            <a:extLst>
              <a:ext uri="{FF2B5EF4-FFF2-40B4-BE49-F238E27FC236}">
                <a16:creationId xmlns:a16="http://schemas.microsoft.com/office/drawing/2014/main" id="{45CB026E-3168-0725-32D8-0084C612D8A8}"/>
              </a:ext>
            </a:extLst>
          </p:cNvPr>
          <p:cNvSpPr>
            <a:spLocks noGrp="1"/>
          </p:cNvSpPr>
          <p:nvPr>
            <p:ph type="subTitle"/>
          </p:nvPr>
        </p:nvSpPr>
        <p:spPr>
          <a:xfrm>
            <a:off x="285750" y="2004570"/>
            <a:ext cx="4002045" cy="3977280"/>
          </a:xfrm>
        </p:spPr>
        <p:txBody>
          <a:bodyPr anchor="t"/>
          <a:lstStyle/>
          <a:p>
            <a:pPr marL="285750" indent="-285750" algn="just">
              <a:buFont typeface="Arial" panose="020B0604020202020204" pitchFamily="34" charset="0"/>
              <a:buChar char="•"/>
            </a:pPr>
            <a:r>
              <a:rPr lang="pt-BR" sz="1600" b="1" dirty="0">
                <a:solidFill>
                  <a:srgbClr val="0D0D0D"/>
                </a:solidFill>
              </a:rPr>
              <a:t>Em resumo, podemos dizer que as principais motivações são:</a:t>
            </a:r>
          </a:p>
          <a:p>
            <a:pPr marL="285750" indent="-285750" algn="just">
              <a:buFont typeface="Arial" panose="020B0604020202020204" pitchFamily="34" charset="0"/>
              <a:buChar char="•"/>
            </a:pPr>
            <a:endParaRPr lang="pt-BR" sz="1600" b="1" dirty="0">
              <a:solidFill>
                <a:srgbClr val="0D0D0D"/>
              </a:solidFill>
            </a:endParaRPr>
          </a:p>
          <a:p>
            <a:pPr marL="285750" indent="-285750" algn="just">
              <a:buFont typeface="Arial" panose="020B0604020202020204" pitchFamily="34" charset="0"/>
              <a:buChar char="•"/>
            </a:pPr>
            <a:r>
              <a:rPr lang="pt-BR" sz="1600" b="1" i="0" dirty="0">
                <a:solidFill>
                  <a:srgbClr val="0D0D0D"/>
                </a:solidFill>
                <a:effectLst/>
              </a:rPr>
              <a:t>Inovação e descoberta</a:t>
            </a:r>
            <a:r>
              <a:rPr lang="pt-BR" sz="1600" b="0" i="0" dirty="0">
                <a:solidFill>
                  <a:srgbClr val="0D0D0D"/>
                </a:solidFill>
                <a:effectLst/>
              </a:rPr>
              <a:t>: A natureza estocástica dos algoritmos evolucionários permite a descoberta de soluções inesperadas e inovadoras, muitas vezes superando abordagens convencionais.</a:t>
            </a:r>
          </a:p>
          <a:p>
            <a:pPr marL="285750" indent="-285750" algn="just">
              <a:buFont typeface="Arial" panose="020B0604020202020204" pitchFamily="34" charset="0"/>
              <a:buChar char="•"/>
            </a:pPr>
            <a:endParaRPr lang="pt-BR" sz="1600" b="0" i="0" dirty="0">
              <a:solidFill>
                <a:srgbClr val="0D0D0D"/>
              </a:solidFill>
              <a:effectLst/>
            </a:endParaRPr>
          </a:p>
          <a:p>
            <a:pPr marL="285750" indent="-285750" algn="just">
              <a:buFont typeface="Arial" panose="020B0604020202020204" pitchFamily="34" charset="0"/>
              <a:buChar char="•"/>
            </a:pPr>
            <a:r>
              <a:rPr lang="pt-BR" sz="1600" b="1" i="0" dirty="0">
                <a:solidFill>
                  <a:srgbClr val="0D0D0D"/>
                </a:solidFill>
                <a:effectLst/>
              </a:rPr>
              <a:t>Robustez e tolerância a falhas</a:t>
            </a:r>
            <a:r>
              <a:rPr lang="pt-BR" sz="1600" b="0" i="0" dirty="0">
                <a:solidFill>
                  <a:srgbClr val="0D0D0D"/>
                </a:solidFill>
                <a:effectLst/>
              </a:rPr>
              <a:t>: A computação evolucionária muitas vezes produz soluções robustas que são menos sensíveis a pequenas variações nos dados de entrada ou nos parâmetros do problema, tornando-as úteis em ambientes onde a precisão absoluta não é crítica.</a:t>
            </a:r>
          </a:p>
        </p:txBody>
      </p:sp>
      <p:pic>
        <p:nvPicPr>
          <p:cNvPr id="8194" name="Picture 2" descr="Inovação: tudo o que você precisa saber sobre ela">
            <a:extLst>
              <a:ext uri="{FF2B5EF4-FFF2-40B4-BE49-F238E27FC236}">
                <a16:creationId xmlns:a16="http://schemas.microsoft.com/office/drawing/2014/main" id="{8819E7E1-8E3F-AE66-5D37-089CC306B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1954" y="3056497"/>
            <a:ext cx="3387017" cy="2207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033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0D2F-7033-1C8D-FE1F-17D9C9C3B1A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F32234-FC87-0E9D-FF43-4E9F9F8B94AA}"/>
              </a:ext>
            </a:extLst>
          </p:cNvPr>
          <p:cNvSpPr>
            <a:spLocks noGrp="1"/>
          </p:cNvSpPr>
          <p:nvPr>
            <p:ph type="title"/>
          </p:nvPr>
        </p:nvSpPr>
        <p:spPr>
          <a:xfrm>
            <a:off x="114300" y="376470"/>
            <a:ext cx="8229240" cy="1144800"/>
          </a:xfrm>
        </p:spPr>
        <p:txBody>
          <a:bodyPr/>
          <a:lstStyle/>
          <a:p>
            <a:r>
              <a:rPr lang="pt-BR" sz="3600" dirty="0">
                <a:solidFill>
                  <a:schemeClr val="tx2">
                    <a:lumMod val="40000"/>
                    <a:lumOff val="60000"/>
                  </a:schemeClr>
                </a:solidFill>
              </a:rPr>
              <a:t>Motivação </a:t>
            </a:r>
          </a:p>
        </p:txBody>
      </p:sp>
      <p:sp>
        <p:nvSpPr>
          <p:cNvPr id="3" name="Subtítulo 2">
            <a:extLst>
              <a:ext uri="{FF2B5EF4-FFF2-40B4-BE49-F238E27FC236}">
                <a16:creationId xmlns:a16="http://schemas.microsoft.com/office/drawing/2014/main" id="{4A2B5DDE-A81D-4DAF-5CA0-732D35FAE2B5}"/>
              </a:ext>
            </a:extLst>
          </p:cNvPr>
          <p:cNvSpPr>
            <a:spLocks noGrp="1"/>
          </p:cNvSpPr>
          <p:nvPr>
            <p:ph type="subTitle"/>
          </p:nvPr>
        </p:nvSpPr>
        <p:spPr>
          <a:xfrm>
            <a:off x="285750" y="1705232"/>
            <a:ext cx="4496315" cy="4276618"/>
          </a:xfrm>
        </p:spPr>
        <p:txBody>
          <a:bodyPr anchor="t"/>
          <a:lstStyle/>
          <a:p>
            <a:pPr marL="285750" indent="-285750" algn="just">
              <a:buFont typeface="Arial" panose="020B0604020202020204" pitchFamily="34" charset="0"/>
              <a:buChar char="•"/>
            </a:pPr>
            <a:endParaRPr lang="pt-BR" sz="1600" b="1" i="0" dirty="0">
              <a:solidFill>
                <a:srgbClr val="0D0D0D"/>
              </a:solidFill>
              <a:effectLst/>
            </a:endParaRPr>
          </a:p>
          <a:p>
            <a:pPr marL="285750" indent="-285750" algn="just">
              <a:buFont typeface="Arial" panose="020B0604020202020204" pitchFamily="34" charset="0"/>
              <a:buChar char="•"/>
            </a:pPr>
            <a:r>
              <a:rPr lang="pt-BR" sz="1600" b="1" dirty="0">
                <a:solidFill>
                  <a:srgbClr val="0D0D0D"/>
                </a:solidFill>
              </a:rPr>
              <a:t>Em resumo, podemos dizer que as principais motivações são:</a:t>
            </a:r>
          </a:p>
          <a:p>
            <a:pPr marL="285750" indent="-285750" algn="just">
              <a:buFont typeface="Arial" panose="020B0604020202020204" pitchFamily="34" charset="0"/>
              <a:buChar char="•"/>
            </a:pPr>
            <a:endParaRPr lang="pt-BR" sz="1600" b="1" i="0" dirty="0">
              <a:solidFill>
                <a:srgbClr val="0D0D0D"/>
              </a:solidFill>
              <a:effectLst/>
            </a:endParaRPr>
          </a:p>
          <a:p>
            <a:pPr marL="285750" indent="-285750" algn="just">
              <a:buFont typeface="Arial" panose="020B0604020202020204" pitchFamily="34" charset="0"/>
              <a:buChar char="•"/>
            </a:pPr>
            <a:r>
              <a:rPr lang="pt-BR" sz="1600" b="1" i="0" dirty="0">
                <a:solidFill>
                  <a:srgbClr val="0D0D0D"/>
                </a:solidFill>
                <a:effectLst/>
              </a:rPr>
              <a:t>Combinação com outras técnicas</a:t>
            </a:r>
            <a:r>
              <a:rPr lang="pt-BR" sz="1600" b="0" i="0" dirty="0">
                <a:solidFill>
                  <a:srgbClr val="0D0D0D"/>
                </a:solidFill>
                <a:effectLst/>
              </a:rPr>
              <a:t>: Pode ser combinada com outras técnicas de otimização e aprendizado de máquina, como algoritmos genéticos híbridos, algoritmos evolucionários com base em aprendizado de reforço, entre outros, para melhorar ainda mais o desempenho e a eficácia.</a:t>
            </a:r>
          </a:p>
          <a:p>
            <a:pPr marL="285750" indent="-285750" algn="just">
              <a:buFont typeface="Arial" panose="020B0604020202020204" pitchFamily="34" charset="0"/>
              <a:buChar char="•"/>
            </a:pPr>
            <a:endParaRPr lang="pt-BR" sz="1600" dirty="0">
              <a:solidFill>
                <a:srgbClr val="0D0D0D"/>
              </a:solidFill>
            </a:endParaRPr>
          </a:p>
          <a:p>
            <a:pPr marL="285750" indent="-285750" algn="just">
              <a:buFont typeface="Arial" panose="020B0604020202020204" pitchFamily="34" charset="0"/>
              <a:buChar char="•"/>
            </a:pPr>
            <a:endParaRPr lang="pt-BR" sz="1600" b="0" i="0" dirty="0">
              <a:solidFill>
                <a:srgbClr val="0D0D0D"/>
              </a:solidFill>
              <a:effectLst/>
            </a:endParaRPr>
          </a:p>
          <a:p>
            <a:pPr marL="285750" indent="-285750" algn="just">
              <a:buFont typeface="Arial" panose="020B0604020202020204" pitchFamily="34" charset="0"/>
              <a:buChar char="•"/>
            </a:pPr>
            <a:r>
              <a:rPr lang="pt-BR" sz="1600" b="1" i="0" dirty="0">
                <a:solidFill>
                  <a:srgbClr val="0D0D0D"/>
                </a:solidFill>
                <a:effectLst/>
              </a:rPr>
              <a:t>Avanços recentes e potencial futuro</a:t>
            </a:r>
            <a:r>
              <a:rPr lang="pt-BR" sz="1600" b="0" i="0" dirty="0">
                <a:solidFill>
                  <a:srgbClr val="0D0D0D"/>
                </a:solidFill>
                <a:effectLst/>
              </a:rPr>
              <a:t>: Com o contínuo desenvolvimento de novas técnicas e algoritmos, a computação evolucionária promete desempenhar um papel ainda mais significativo em uma ampla variedade de aplicações, desde problemas de otimização até design automatizado e criação de sistemas adaptativos.</a:t>
            </a:r>
          </a:p>
        </p:txBody>
      </p:sp>
      <p:pic>
        <p:nvPicPr>
          <p:cNvPr id="4" name="Shape 188">
            <a:extLst>
              <a:ext uri="{FF2B5EF4-FFF2-40B4-BE49-F238E27FC236}">
                <a16:creationId xmlns:a16="http://schemas.microsoft.com/office/drawing/2014/main" id="{B715B931-FF7F-8643-9F55-E0EA26B45BE3}"/>
              </a:ext>
            </a:extLst>
          </p:cNvPr>
          <p:cNvPicPr preferRelativeResize="0"/>
          <p:nvPr/>
        </p:nvPicPr>
        <p:blipFill rotWithShape="1">
          <a:blip r:embed="rId2">
            <a:alphaModFix/>
          </a:blip>
          <a:srcRect/>
          <a:stretch/>
        </p:blipFill>
        <p:spPr>
          <a:xfrm>
            <a:off x="5276335" y="2347784"/>
            <a:ext cx="3492379" cy="2892660"/>
          </a:xfrm>
          <a:prstGeom prst="rect">
            <a:avLst/>
          </a:prstGeom>
          <a:noFill/>
          <a:ln>
            <a:noFill/>
          </a:ln>
        </p:spPr>
      </p:pic>
    </p:spTree>
    <p:extLst>
      <p:ext uri="{BB962C8B-B14F-4D97-AF65-F5344CB8AC3E}">
        <p14:creationId xmlns:p14="http://schemas.microsoft.com/office/powerpoint/2010/main" val="3283091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3923D3-425A-8FDC-845B-20175E35516E}"/>
              </a:ext>
            </a:extLst>
          </p:cNvPr>
          <p:cNvSpPr>
            <a:spLocks noGrp="1"/>
          </p:cNvSpPr>
          <p:nvPr>
            <p:ph type="title"/>
          </p:nvPr>
        </p:nvSpPr>
        <p:spPr/>
        <p:txBody>
          <a:bodyPr/>
          <a:lstStyle/>
          <a:p>
            <a:endParaRPr lang="pt-BR"/>
          </a:p>
        </p:txBody>
      </p:sp>
      <p:sp>
        <p:nvSpPr>
          <p:cNvPr id="3" name="Subtítulo 2">
            <a:extLst>
              <a:ext uri="{FF2B5EF4-FFF2-40B4-BE49-F238E27FC236}">
                <a16:creationId xmlns:a16="http://schemas.microsoft.com/office/drawing/2014/main" id="{DFFAAB99-4142-6CBD-03A0-68D10AF7C952}"/>
              </a:ext>
            </a:extLst>
          </p:cNvPr>
          <p:cNvSpPr>
            <a:spLocks noGrp="1"/>
          </p:cNvSpPr>
          <p:nvPr>
            <p:ph type="subTitle"/>
          </p:nvPr>
        </p:nvSpPr>
        <p:spPr>
          <a:xfrm>
            <a:off x="247135" y="2992086"/>
            <a:ext cx="8229240" cy="1144800"/>
          </a:xfrm>
        </p:spPr>
        <p:txBody>
          <a:bodyPr/>
          <a:lstStyle/>
          <a:p>
            <a:r>
              <a:rPr lang="pt-BR" dirty="0">
                <a:solidFill>
                  <a:schemeClr val="accent1"/>
                </a:solidFill>
              </a:rPr>
              <a:t>Aplicações da computação evolucionária</a:t>
            </a:r>
          </a:p>
        </p:txBody>
      </p:sp>
    </p:spTree>
    <p:extLst>
      <p:ext uri="{BB962C8B-B14F-4D97-AF65-F5344CB8AC3E}">
        <p14:creationId xmlns:p14="http://schemas.microsoft.com/office/powerpoint/2010/main" val="4136482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89818-5FD6-0E55-9BA7-D7B308F335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4EA1316-BB6D-6C23-B885-5B574F174804}"/>
              </a:ext>
            </a:extLst>
          </p:cNvPr>
          <p:cNvSpPr>
            <a:spLocks noGrp="1"/>
          </p:cNvSpPr>
          <p:nvPr>
            <p:ph type="title"/>
          </p:nvPr>
        </p:nvSpPr>
        <p:spPr/>
        <p:txBody>
          <a:bodyPr/>
          <a:lstStyle/>
          <a:p>
            <a:r>
              <a:rPr lang="pt-BR" sz="3200" dirty="0">
                <a:solidFill>
                  <a:schemeClr val="tx2">
                    <a:lumMod val="40000"/>
                    <a:lumOff val="60000"/>
                  </a:schemeClr>
                </a:solidFill>
              </a:rPr>
              <a:t>Aplicações da Computação Evolucionária </a:t>
            </a:r>
          </a:p>
        </p:txBody>
      </p:sp>
      <p:sp>
        <p:nvSpPr>
          <p:cNvPr id="3" name="AutoShape 2" descr="O que são redes neurais para iniciantes">
            <a:extLst>
              <a:ext uri="{FF2B5EF4-FFF2-40B4-BE49-F238E27FC236}">
                <a16:creationId xmlns:a16="http://schemas.microsoft.com/office/drawing/2014/main" id="{340B9001-1624-62A0-56EE-265A61C6FC5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 name="AutoShape 4" descr="Rede neural artificial – Wikipédia, a enciclopédia livre">
            <a:extLst>
              <a:ext uri="{FF2B5EF4-FFF2-40B4-BE49-F238E27FC236}">
                <a16:creationId xmlns:a16="http://schemas.microsoft.com/office/drawing/2014/main" id="{9628C4A2-1227-19EE-D8A6-59AABE76CA39}"/>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9222" name="Picture 6" descr="O que são Redes Neurais? Importância e Como Funciona?">
            <a:extLst>
              <a:ext uri="{FF2B5EF4-FFF2-40B4-BE49-F238E27FC236}">
                <a16:creationId xmlns:a16="http://schemas.microsoft.com/office/drawing/2014/main" id="{EA78CF12-1471-CE15-F75F-D636D621F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31" y="4760342"/>
            <a:ext cx="3164672" cy="1582336"/>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Circuito Eletrônico ou Circuito Elétrico? - Venda e Assistência Técnica |  América Flextec">
            <a:extLst>
              <a:ext uri="{FF2B5EF4-FFF2-40B4-BE49-F238E27FC236}">
                <a16:creationId xmlns:a16="http://schemas.microsoft.com/office/drawing/2014/main" id="{109C6A18-9802-D068-F058-CE222872F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5190" y="4760342"/>
            <a:ext cx="2235028" cy="1490019"/>
          </a:xfrm>
          <a:prstGeom prst="rect">
            <a:avLst/>
          </a:prstGeom>
          <a:noFill/>
          <a:extLst>
            <a:ext uri="{909E8E84-426E-40DD-AFC4-6F175D3DCCD1}">
              <a14:hiddenFill xmlns:a14="http://schemas.microsoft.com/office/drawing/2010/main">
                <a:solidFill>
                  <a:srgbClr val="FFFFFF"/>
                </a:solidFill>
              </a14:hiddenFill>
            </a:ext>
          </a:extLst>
        </p:spPr>
      </p:pic>
      <p:sp>
        <p:nvSpPr>
          <p:cNvPr id="10" name="Espaço Reservado para Conteúdo 9">
            <a:extLst>
              <a:ext uri="{FF2B5EF4-FFF2-40B4-BE49-F238E27FC236}">
                <a16:creationId xmlns:a16="http://schemas.microsoft.com/office/drawing/2014/main" id="{26A3FFE0-CDD3-FBFC-44AF-685F577275C5}"/>
              </a:ext>
            </a:extLst>
          </p:cNvPr>
          <p:cNvSpPr>
            <a:spLocks noGrp="1"/>
          </p:cNvSpPr>
          <p:nvPr>
            <p:ph/>
          </p:nvPr>
        </p:nvSpPr>
        <p:spPr>
          <a:xfrm>
            <a:off x="457200" y="2100058"/>
            <a:ext cx="8229240" cy="2235756"/>
          </a:xfrm>
        </p:spPr>
        <p:txBody>
          <a:bodyPr>
            <a:normAutofit/>
          </a:bodyPr>
          <a:lstStyle/>
          <a:p>
            <a:pPr marL="285750" indent="-285750">
              <a:buFont typeface="Arial" panose="020B0604020202020204" pitchFamily="34" charset="0"/>
              <a:buChar char="•"/>
            </a:pPr>
            <a:r>
              <a:rPr lang="pt-BR" sz="1600" b="1" i="0" dirty="0">
                <a:solidFill>
                  <a:srgbClr val="0D0D0D"/>
                </a:solidFill>
                <a:effectLst/>
              </a:rPr>
              <a:t>Otimização de Parâmetros em Redes Neurais Artificiais</a:t>
            </a:r>
            <a:r>
              <a:rPr lang="pt-BR" sz="1600" b="0" i="0" dirty="0">
                <a:solidFill>
                  <a:srgbClr val="0D0D0D"/>
                </a:solidFill>
                <a:effectLst/>
              </a:rPr>
              <a:t>: </a:t>
            </a:r>
            <a:br>
              <a:rPr lang="pt-BR" sz="1600" b="0" i="0" dirty="0">
                <a:solidFill>
                  <a:srgbClr val="0D0D0D"/>
                </a:solidFill>
                <a:effectLst/>
              </a:rPr>
            </a:br>
            <a:r>
              <a:rPr lang="pt-BR" sz="1600" b="0" i="0" dirty="0">
                <a:solidFill>
                  <a:srgbClr val="0D0D0D"/>
                </a:solidFill>
                <a:effectLst/>
              </a:rPr>
              <a:t>Algoritmos evolutivos são frequentemente utilizados para ajustar os parâmetros de redes neurais artificiais, como pesos e arquitetura da rede, para melhorar o desempenho em tarefas de classificação, previsão ou reconhecimento de padrões.</a:t>
            </a:r>
          </a:p>
          <a:p>
            <a:pPr marL="285750" indent="-285750">
              <a:buFont typeface="Arial" panose="020B0604020202020204" pitchFamily="34" charset="0"/>
              <a:buChar char="•"/>
            </a:pPr>
            <a:endParaRPr lang="pt-BR" sz="1600" dirty="0">
              <a:solidFill>
                <a:srgbClr val="0D0D0D"/>
              </a:solidFill>
            </a:endParaRPr>
          </a:p>
          <a:p>
            <a:pPr marL="285750" indent="-285750">
              <a:buFont typeface="Arial" panose="020B0604020202020204" pitchFamily="34" charset="0"/>
              <a:buChar char="•"/>
            </a:pPr>
            <a:r>
              <a:rPr lang="pt-BR" sz="1600" b="1" i="0" dirty="0">
                <a:solidFill>
                  <a:srgbClr val="0D0D0D"/>
                </a:solidFill>
                <a:effectLst/>
              </a:rPr>
              <a:t>Projeto de Antenas e Circuitos Eletrônicos</a:t>
            </a:r>
            <a:r>
              <a:rPr lang="pt-BR" sz="1600" b="0" i="0" dirty="0">
                <a:solidFill>
                  <a:srgbClr val="0D0D0D"/>
                </a:solidFill>
                <a:effectLst/>
              </a:rPr>
              <a:t>:</a:t>
            </a:r>
            <a:br>
              <a:rPr lang="pt-BR" sz="1600" b="0" i="0" dirty="0">
                <a:solidFill>
                  <a:srgbClr val="0D0D0D"/>
                </a:solidFill>
                <a:effectLst/>
              </a:rPr>
            </a:br>
            <a:r>
              <a:rPr lang="pt-BR" sz="1600" b="0" i="0" dirty="0">
                <a:solidFill>
                  <a:srgbClr val="0D0D0D"/>
                </a:solidFill>
                <a:effectLst/>
              </a:rPr>
              <a:t> Na engenharia elétrica, a computação evolucionária é usada para otimizar o projeto de antenas, circuitos eletrônicos e outros dispositivos, a fim de maximizar a eficiência, minimizar perdas ou atender a requisitos específicos de desempenho.</a:t>
            </a:r>
            <a:br>
              <a:rPr lang="pt-BR" sz="1600" b="0" i="0" dirty="0">
                <a:solidFill>
                  <a:srgbClr val="0D0D0D"/>
                </a:solidFill>
                <a:effectLst/>
              </a:rPr>
            </a:br>
            <a:endParaRPr lang="pt-BR" sz="1600" dirty="0"/>
          </a:p>
          <a:p>
            <a:endParaRPr lang="pt-BR" dirty="0"/>
          </a:p>
        </p:txBody>
      </p:sp>
    </p:spTree>
    <p:extLst>
      <p:ext uri="{BB962C8B-B14F-4D97-AF65-F5344CB8AC3E}">
        <p14:creationId xmlns:p14="http://schemas.microsoft.com/office/powerpoint/2010/main" val="970011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ACDE9-FC8B-5592-E34C-E9046BC5DF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D3117C-C2DD-A5B1-B1B7-687513E34805}"/>
              </a:ext>
            </a:extLst>
          </p:cNvPr>
          <p:cNvSpPr>
            <a:spLocks noGrp="1"/>
          </p:cNvSpPr>
          <p:nvPr>
            <p:ph type="title"/>
          </p:nvPr>
        </p:nvSpPr>
        <p:spPr>
          <a:xfrm>
            <a:off x="132943" y="500579"/>
            <a:ext cx="8725711" cy="1144800"/>
          </a:xfrm>
        </p:spPr>
        <p:txBody>
          <a:bodyPr/>
          <a:lstStyle/>
          <a:p>
            <a:r>
              <a:rPr lang="pt-BR" sz="3600" dirty="0">
                <a:solidFill>
                  <a:schemeClr val="tx2">
                    <a:lumMod val="40000"/>
                    <a:lumOff val="60000"/>
                  </a:schemeClr>
                </a:solidFill>
              </a:rPr>
              <a:t>Aplicações da Computação Evolucionária </a:t>
            </a:r>
          </a:p>
        </p:txBody>
      </p:sp>
      <p:pic>
        <p:nvPicPr>
          <p:cNvPr id="10242" name="Picture 2" descr="Otimização de rotas: guia de orientação - Tecmic">
            <a:extLst>
              <a:ext uri="{FF2B5EF4-FFF2-40B4-BE49-F238E27FC236}">
                <a16:creationId xmlns:a16="http://schemas.microsoft.com/office/drawing/2014/main" id="{640E42D2-1D01-AD41-98BE-F31179120A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8030" y="4422585"/>
            <a:ext cx="3660347" cy="2058945"/>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a:extLst>
              <a:ext uri="{FF2B5EF4-FFF2-40B4-BE49-F238E27FC236}">
                <a16:creationId xmlns:a16="http://schemas.microsoft.com/office/drawing/2014/main" id="{3EE7BCC9-589A-298A-22EA-366B9B0BBDBB}"/>
              </a:ext>
            </a:extLst>
          </p:cNvPr>
          <p:cNvSpPr>
            <a:spLocks noGrp="1"/>
          </p:cNvSpPr>
          <p:nvPr>
            <p:ph/>
          </p:nvPr>
        </p:nvSpPr>
        <p:spPr>
          <a:xfrm>
            <a:off x="374073" y="1721922"/>
            <a:ext cx="8229240" cy="1899155"/>
          </a:xfrm>
        </p:spPr>
        <p:txBody>
          <a:bodyPr>
            <a:normAutofit/>
          </a:bodyPr>
          <a:lstStyle/>
          <a:p>
            <a:pPr marL="285750" indent="-285750">
              <a:buFont typeface="Arial" panose="020B0604020202020204" pitchFamily="34" charset="0"/>
              <a:buChar char="•"/>
            </a:pPr>
            <a:r>
              <a:rPr lang="pt-BR" sz="1600" b="1" i="0" dirty="0">
                <a:solidFill>
                  <a:srgbClr val="0D0D0D"/>
                </a:solidFill>
                <a:effectLst/>
              </a:rPr>
              <a:t>Otimização de Rotas e Logística</a:t>
            </a:r>
            <a:r>
              <a:rPr lang="pt-BR" sz="1600" b="0" i="0" dirty="0">
                <a:solidFill>
                  <a:srgbClr val="0D0D0D"/>
                </a:solidFill>
                <a:effectLst/>
              </a:rPr>
              <a:t>: </a:t>
            </a:r>
            <a:br>
              <a:rPr lang="pt-BR" sz="1600" b="0" i="0" dirty="0">
                <a:solidFill>
                  <a:srgbClr val="0D0D0D"/>
                </a:solidFill>
                <a:effectLst/>
              </a:rPr>
            </a:br>
            <a:r>
              <a:rPr lang="pt-BR" sz="1600" b="0" i="0" dirty="0">
                <a:solidFill>
                  <a:srgbClr val="0D0D0D"/>
                </a:solidFill>
                <a:effectLst/>
              </a:rPr>
              <a:t>Em logística e transporte, algoritmos evolutivos são aplicados para resolver problemas de otimização de rotas, como o problema do caixeiro viajante, planejamento de rotas de entrega, programação de horários e distribuição de recursos.</a:t>
            </a:r>
            <a:endParaRPr lang="pt-BR" sz="1600" dirty="0">
              <a:solidFill>
                <a:srgbClr val="0D0D0D"/>
              </a:solidFill>
            </a:endParaRPr>
          </a:p>
          <a:p>
            <a:pPr marL="285750" indent="-285750">
              <a:buFont typeface="Arial" panose="020B0604020202020204" pitchFamily="34" charset="0"/>
              <a:buChar char="•"/>
            </a:pPr>
            <a:r>
              <a:rPr lang="pt-BR" sz="1600" b="1" i="0" dirty="0">
                <a:solidFill>
                  <a:srgbClr val="0D0D0D"/>
                </a:solidFill>
                <a:effectLst/>
              </a:rPr>
              <a:t>Engenharia de Sistemas e Controle</a:t>
            </a:r>
            <a:r>
              <a:rPr lang="pt-BR" sz="1600" b="0" i="0" dirty="0">
                <a:solidFill>
                  <a:srgbClr val="0D0D0D"/>
                </a:solidFill>
                <a:effectLst/>
              </a:rPr>
              <a:t>: </a:t>
            </a:r>
            <a:br>
              <a:rPr lang="pt-BR" sz="1600" b="0" i="0" dirty="0">
                <a:solidFill>
                  <a:srgbClr val="0D0D0D"/>
                </a:solidFill>
                <a:effectLst/>
              </a:rPr>
            </a:br>
            <a:r>
              <a:rPr lang="pt-BR" sz="1600" b="0" i="0" dirty="0">
                <a:solidFill>
                  <a:srgbClr val="0D0D0D"/>
                </a:solidFill>
                <a:effectLst/>
              </a:rPr>
              <a:t>A computação evolucionária é utilizada no projeto e otimização de sistemas complexos, como sistemas de controle industriais, sistemas embarcados e sistemas de automação, para melhorar o desempenho, a estabilidade e a eficiência.</a:t>
            </a:r>
          </a:p>
          <a:p>
            <a:endParaRPr lang="pt-BR" dirty="0"/>
          </a:p>
        </p:txBody>
      </p:sp>
    </p:spTree>
    <p:extLst>
      <p:ext uri="{BB962C8B-B14F-4D97-AF65-F5344CB8AC3E}">
        <p14:creationId xmlns:p14="http://schemas.microsoft.com/office/powerpoint/2010/main" val="4212643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1D585-119D-DB9A-AEFA-845716C9EC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3ACD076-A5DD-5A8E-4F2A-57178E8C29CD}"/>
              </a:ext>
            </a:extLst>
          </p:cNvPr>
          <p:cNvSpPr>
            <a:spLocks noGrp="1"/>
          </p:cNvSpPr>
          <p:nvPr>
            <p:ph type="title"/>
          </p:nvPr>
        </p:nvSpPr>
        <p:spPr>
          <a:xfrm>
            <a:off x="249677" y="621453"/>
            <a:ext cx="8229240" cy="1144800"/>
          </a:xfrm>
        </p:spPr>
        <p:txBody>
          <a:bodyPr/>
          <a:lstStyle/>
          <a:p>
            <a:r>
              <a:rPr lang="pt-BR" sz="3600" dirty="0">
                <a:solidFill>
                  <a:schemeClr val="tx2">
                    <a:lumMod val="40000"/>
                    <a:lumOff val="60000"/>
                  </a:schemeClr>
                </a:solidFill>
              </a:rPr>
              <a:t>Aplicações da Computação Evolucionária </a:t>
            </a:r>
          </a:p>
        </p:txBody>
      </p:sp>
      <p:sp>
        <p:nvSpPr>
          <p:cNvPr id="6" name="Título 5">
            <a:extLst>
              <a:ext uri="{FF2B5EF4-FFF2-40B4-BE49-F238E27FC236}">
                <a16:creationId xmlns:a16="http://schemas.microsoft.com/office/drawing/2014/main" id="{563FCFF3-8163-F6A2-71B3-F4FA18760F86}"/>
              </a:ext>
            </a:extLst>
          </p:cNvPr>
          <p:cNvSpPr>
            <a:spLocks noGrp="1"/>
          </p:cNvSpPr>
          <p:nvPr>
            <p:ph type="title" idx="4294967295"/>
          </p:nvPr>
        </p:nvSpPr>
        <p:spPr>
          <a:xfrm>
            <a:off x="0" y="3741738"/>
            <a:ext cx="5138738" cy="1144587"/>
          </a:xfrm>
        </p:spPr>
        <p:txBody>
          <a:bodyPr/>
          <a:lstStyle/>
          <a:p>
            <a:pPr marL="285750" indent="-285750" algn="just">
              <a:buFont typeface="Arial" panose="020B0604020202020204" pitchFamily="34" charset="0"/>
              <a:buChar char="•"/>
            </a:pPr>
            <a:r>
              <a:rPr lang="pt-BR" sz="1600" b="1" i="0" dirty="0">
                <a:solidFill>
                  <a:srgbClr val="0D0D0D"/>
                </a:solidFill>
                <a:effectLst/>
                <a:latin typeface="+mn-lt"/>
              </a:rPr>
              <a:t>Otimização de Portfólios Financeiros</a:t>
            </a:r>
            <a:r>
              <a:rPr lang="pt-BR" sz="1600" b="0" i="0" dirty="0">
                <a:solidFill>
                  <a:srgbClr val="0D0D0D"/>
                </a:solidFill>
                <a:effectLst/>
                <a:latin typeface="+mn-lt"/>
              </a:rPr>
              <a:t>: </a:t>
            </a:r>
            <a:br>
              <a:rPr lang="pt-BR" sz="1600" b="0" i="0" dirty="0">
                <a:solidFill>
                  <a:srgbClr val="0D0D0D"/>
                </a:solidFill>
                <a:effectLst/>
                <a:latin typeface="+mn-lt"/>
              </a:rPr>
            </a:br>
            <a:r>
              <a:rPr lang="pt-BR" sz="1600" b="0" i="0" dirty="0">
                <a:solidFill>
                  <a:srgbClr val="0D0D0D"/>
                </a:solidFill>
                <a:effectLst/>
                <a:latin typeface="+mn-lt"/>
              </a:rPr>
              <a:t>Na área financeira, algoritmos evolutivos são empregados para otimizar a alocação de ativos em carteiras de investimento, levando em consideração diferentes objetivos, restrições e cenários de </a:t>
            </a:r>
            <a:r>
              <a:rPr lang="pt-BR" sz="1600" b="0" i="0">
                <a:solidFill>
                  <a:srgbClr val="0D0D0D"/>
                </a:solidFill>
                <a:effectLst/>
                <a:latin typeface="+mn-lt"/>
              </a:rPr>
              <a:t>mercado.</a:t>
            </a:r>
            <a:br>
              <a:rPr lang="pt-BR" sz="1600">
                <a:solidFill>
                  <a:srgbClr val="0D0D0D"/>
                </a:solidFill>
                <a:latin typeface="+mn-lt"/>
              </a:rPr>
            </a:br>
            <a:r>
              <a:rPr lang="pt-BR" sz="1600" b="1" i="0">
                <a:solidFill>
                  <a:srgbClr val="0D0D0D"/>
                </a:solidFill>
                <a:effectLst/>
                <a:latin typeface="+mn-lt"/>
              </a:rPr>
              <a:t>Projeto </a:t>
            </a:r>
            <a:r>
              <a:rPr lang="pt-BR" sz="1600" b="1" i="0" dirty="0">
                <a:solidFill>
                  <a:srgbClr val="0D0D0D"/>
                </a:solidFill>
                <a:effectLst/>
                <a:latin typeface="+mn-lt"/>
              </a:rPr>
              <a:t>de Estruturas e Materiais</a:t>
            </a:r>
            <a:r>
              <a:rPr lang="pt-BR" sz="1600" b="0" i="0" dirty="0">
                <a:solidFill>
                  <a:srgbClr val="0D0D0D"/>
                </a:solidFill>
                <a:effectLst/>
                <a:latin typeface="+mn-lt"/>
              </a:rPr>
              <a:t>:</a:t>
            </a:r>
            <a:br>
              <a:rPr lang="pt-BR" sz="1600" b="0" i="0" dirty="0">
                <a:solidFill>
                  <a:srgbClr val="0D0D0D"/>
                </a:solidFill>
                <a:effectLst/>
                <a:latin typeface="+mn-lt"/>
              </a:rPr>
            </a:br>
            <a:r>
              <a:rPr lang="pt-BR" sz="1600" b="0" i="0" dirty="0">
                <a:solidFill>
                  <a:srgbClr val="0D0D0D"/>
                </a:solidFill>
                <a:effectLst/>
                <a:latin typeface="+mn-lt"/>
              </a:rPr>
              <a:t> Em engenharia civil e de materiais, a computação evolucionária é utilizada para projetar e otimizar estruturas complexas, como pontes, edifícios e materiais compósitos, considerando diversos critérios de desempenho e restrições de projeto.</a:t>
            </a:r>
            <a:br>
              <a:rPr lang="pt-BR" sz="1600" b="0" i="0" dirty="0">
                <a:solidFill>
                  <a:srgbClr val="0D0D0D"/>
                </a:solidFill>
                <a:effectLst/>
                <a:latin typeface="+mn-lt"/>
              </a:rPr>
            </a:br>
            <a:br>
              <a:rPr lang="pt-BR" sz="1600" b="0" i="0" dirty="0">
                <a:solidFill>
                  <a:srgbClr val="0D0D0D"/>
                </a:solidFill>
                <a:effectLst/>
                <a:latin typeface="+mn-lt"/>
              </a:rPr>
            </a:br>
            <a:r>
              <a:rPr lang="pt-BR" sz="1600" b="1" i="0" dirty="0">
                <a:solidFill>
                  <a:srgbClr val="0D0D0D"/>
                </a:solidFill>
                <a:effectLst/>
                <a:latin typeface="+mn-lt"/>
              </a:rPr>
              <a:t>Otimização de Processos Industriais</a:t>
            </a:r>
            <a:r>
              <a:rPr lang="pt-BR" sz="1600" b="0" i="0" dirty="0">
                <a:solidFill>
                  <a:srgbClr val="0D0D0D"/>
                </a:solidFill>
                <a:effectLst/>
                <a:latin typeface="+mn-lt"/>
              </a:rPr>
              <a:t>: Algoritmos evolutivos são empregados na otimização de processos industriais, como produção, manufatura e logística de fábricas, para maximizar a eficiência operacional, reduzir custos e minimizar desperdícios.</a:t>
            </a:r>
            <a:br>
              <a:rPr lang="pt-BR" sz="1600" dirty="0">
                <a:latin typeface="+mn-lt"/>
              </a:rPr>
            </a:br>
            <a:br>
              <a:rPr lang="pt-BR" sz="1600" b="0" i="0" dirty="0">
                <a:solidFill>
                  <a:srgbClr val="0D0D0D"/>
                </a:solidFill>
                <a:effectLst/>
              </a:rPr>
            </a:br>
            <a:endParaRPr lang="pt-BR" sz="4000" dirty="0"/>
          </a:p>
        </p:txBody>
      </p:sp>
      <p:pic>
        <p:nvPicPr>
          <p:cNvPr id="11266" name="Picture 2" descr="Teoria moderna do portfólio – Wikipédia, a enciclopédia livre">
            <a:extLst>
              <a:ext uri="{FF2B5EF4-FFF2-40B4-BE49-F238E27FC236}">
                <a16:creationId xmlns:a16="http://schemas.microsoft.com/office/drawing/2014/main" id="{C074D97A-A098-44BF-336C-141FA345B0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5835" y="1766253"/>
            <a:ext cx="2730261" cy="1731061"/>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m 4">
            <a:extLst>
              <a:ext uri="{FF2B5EF4-FFF2-40B4-BE49-F238E27FC236}">
                <a16:creationId xmlns:a16="http://schemas.microsoft.com/office/drawing/2014/main" id="{0C4E403D-F24D-8E46-7B19-29566C8FC7F4}"/>
              </a:ext>
            </a:extLst>
          </p:cNvPr>
          <p:cNvPicPr>
            <a:picLocks noChangeAspect="1"/>
          </p:cNvPicPr>
          <p:nvPr/>
        </p:nvPicPr>
        <p:blipFill>
          <a:blip r:embed="rId3"/>
          <a:stretch>
            <a:fillRect/>
          </a:stretch>
        </p:blipFill>
        <p:spPr>
          <a:xfrm>
            <a:off x="5508877" y="4183747"/>
            <a:ext cx="3448227" cy="1752690"/>
          </a:xfrm>
          <a:prstGeom prst="rect">
            <a:avLst/>
          </a:prstGeom>
        </p:spPr>
      </p:pic>
    </p:spTree>
    <p:extLst>
      <p:ext uri="{BB962C8B-B14F-4D97-AF65-F5344CB8AC3E}">
        <p14:creationId xmlns:p14="http://schemas.microsoft.com/office/powerpoint/2010/main" val="1249820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ADEC8-12C8-0148-35BC-00F829BB39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E23AC9B-FCB7-9A81-2424-B1A5C6346D31}"/>
              </a:ext>
            </a:extLst>
          </p:cNvPr>
          <p:cNvSpPr>
            <a:spLocks noGrp="1"/>
          </p:cNvSpPr>
          <p:nvPr>
            <p:ph type="title"/>
          </p:nvPr>
        </p:nvSpPr>
        <p:spPr>
          <a:xfrm>
            <a:off x="114300" y="376470"/>
            <a:ext cx="8755380" cy="1144800"/>
          </a:xfrm>
        </p:spPr>
        <p:txBody>
          <a:bodyPr/>
          <a:lstStyle/>
          <a:p>
            <a:r>
              <a:rPr lang="pt-BR" sz="3600" dirty="0">
                <a:solidFill>
                  <a:schemeClr val="tx2">
                    <a:lumMod val="40000"/>
                    <a:lumOff val="60000"/>
                  </a:schemeClr>
                </a:solidFill>
              </a:rPr>
              <a:t>Aplicações da Computação Evolucionária </a:t>
            </a:r>
          </a:p>
        </p:txBody>
      </p:sp>
      <p:sp>
        <p:nvSpPr>
          <p:cNvPr id="6" name="Título 5">
            <a:extLst>
              <a:ext uri="{FF2B5EF4-FFF2-40B4-BE49-F238E27FC236}">
                <a16:creationId xmlns:a16="http://schemas.microsoft.com/office/drawing/2014/main" id="{E5CC9CB3-763C-6B1C-E1D0-6931CEBD3A4C}"/>
              </a:ext>
            </a:extLst>
          </p:cNvPr>
          <p:cNvSpPr>
            <a:spLocks noGrp="1"/>
          </p:cNvSpPr>
          <p:nvPr>
            <p:ph type="title"/>
          </p:nvPr>
        </p:nvSpPr>
        <p:spPr>
          <a:xfrm>
            <a:off x="114300" y="1440180"/>
            <a:ext cx="8229240" cy="4903470"/>
          </a:xfrm>
        </p:spPr>
        <p:txBody>
          <a:bodyPr anchor="t"/>
          <a:lstStyle/>
          <a:p>
            <a:r>
              <a:rPr lang="pt-BR" sz="1600" b="1" i="0" dirty="0">
                <a:solidFill>
                  <a:srgbClr val="0D0D0D"/>
                </a:solidFill>
                <a:effectLst/>
              </a:rPr>
              <a:t>Alguns exemplos de contribuições científicas usando computação evolucionária:</a:t>
            </a:r>
            <a:endParaRPr lang="pt-BR" sz="4000" dirty="0"/>
          </a:p>
        </p:txBody>
      </p:sp>
      <p:pic>
        <p:nvPicPr>
          <p:cNvPr id="4" name="Imagem 3">
            <a:extLst>
              <a:ext uri="{FF2B5EF4-FFF2-40B4-BE49-F238E27FC236}">
                <a16:creationId xmlns:a16="http://schemas.microsoft.com/office/drawing/2014/main" id="{7DD0A912-377D-51CA-4B5F-8CD480C2BDC4}"/>
              </a:ext>
            </a:extLst>
          </p:cNvPr>
          <p:cNvPicPr>
            <a:picLocks noChangeAspect="1"/>
          </p:cNvPicPr>
          <p:nvPr/>
        </p:nvPicPr>
        <p:blipFill>
          <a:blip r:embed="rId2"/>
          <a:stretch>
            <a:fillRect/>
          </a:stretch>
        </p:blipFill>
        <p:spPr>
          <a:xfrm>
            <a:off x="114300" y="1989390"/>
            <a:ext cx="4947400" cy="2381415"/>
          </a:xfrm>
          <a:prstGeom prst="rect">
            <a:avLst/>
          </a:prstGeom>
        </p:spPr>
      </p:pic>
      <p:pic>
        <p:nvPicPr>
          <p:cNvPr id="7" name="Imagem 6">
            <a:extLst>
              <a:ext uri="{FF2B5EF4-FFF2-40B4-BE49-F238E27FC236}">
                <a16:creationId xmlns:a16="http://schemas.microsoft.com/office/drawing/2014/main" id="{2C70E176-657A-E27A-34F9-8183E07A7373}"/>
              </a:ext>
            </a:extLst>
          </p:cNvPr>
          <p:cNvPicPr>
            <a:picLocks noChangeAspect="1"/>
          </p:cNvPicPr>
          <p:nvPr/>
        </p:nvPicPr>
        <p:blipFill>
          <a:blip r:embed="rId3"/>
          <a:stretch>
            <a:fillRect/>
          </a:stretch>
        </p:blipFill>
        <p:spPr>
          <a:xfrm>
            <a:off x="3955467" y="4370805"/>
            <a:ext cx="4914213" cy="2094029"/>
          </a:xfrm>
          <a:prstGeom prst="rect">
            <a:avLst/>
          </a:prstGeom>
        </p:spPr>
      </p:pic>
    </p:spTree>
    <p:extLst>
      <p:ext uri="{BB962C8B-B14F-4D97-AF65-F5344CB8AC3E}">
        <p14:creationId xmlns:p14="http://schemas.microsoft.com/office/powerpoint/2010/main" val="3712010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2C05A5-F085-47DC-5E0B-C817D55E4996}"/>
              </a:ext>
            </a:extLst>
          </p:cNvPr>
          <p:cNvSpPr>
            <a:spLocks noGrp="1"/>
          </p:cNvSpPr>
          <p:nvPr>
            <p:ph type="title"/>
          </p:nvPr>
        </p:nvSpPr>
        <p:spPr>
          <a:xfrm>
            <a:off x="405319" y="459720"/>
            <a:ext cx="8229240" cy="1144800"/>
          </a:xfrm>
        </p:spPr>
        <p:txBody>
          <a:bodyPr/>
          <a:lstStyle/>
          <a:p>
            <a:r>
              <a:rPr lang="pt-BR" sz="3600" dirty="0">
                <a:solidFill>
                  <a:schemeClr val="tx2">
                    <a:lumMod val="60000"/>
                    <a:lumOff val="40000"/>
                  </a:schemeClr>
                </a:solidFill>
              </a:rPr>
              <a:t>Bons trabalhos de outros alunos</a:t>
            </a:r>
          </a:p>
        </p:txBody>
      </p:sp>
      <p:sp>
        <p:nvSpPr>
          <p:cNvPr id="3" name="Subtítulo 2">
            <a:extLst>
              <a:ext uri="{FF2B5EF4-FFF2-40B4-BE49-F238E27FC236}">
                <a16:creationId xmlns:a16="http://schemas.microsoft.com/office/drawing/2014/main" id="{19CDF1EC-ED09-16DB-1731-50313B6A7A61}"/>
              </a:ext>
            </a:extLst>
          </p:cNvPr>
          <p:cNvSpPr>
            <a:spLocks noGrp="1"/>
          </p:cNvSpPr>
          <p:nvPr>
            <p:ph type="subTitle"/>
          </p:nvPr>
        </p:nvSpPr>
        <p:spPr/>
        <p:txBody>
          <a:bodyPr/>
          <a:lstStyle/>
          <a:p>
            <a:r>
              <a:rPr lang="pt-BR" dirty="0"/>
              <a:t>Estão no moodle!</a:t>
            </a:r>
          </a:p>
        </p:txBody>
      </p:sp>
    </p:spTree>
    <p:extLst>
      <p:ext uri="{BB962C8B-B14F-4D97-AF65-F5344CB8AC3E}">
        <p14:creationId xmlns:p14="http://schemas.microsoft.com/office/powerpoint/2010/main" val="911160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233C46D6-69F4-CF9D-DABD-3B96D66EA6C9}"/>
              </a:ext>
            </a:extLst>
          </p:cNvPr>
          <p:cNvSpPr>
            <a:spLocks noGrp="1"/>
          </p:cNvSpPr>
          <p:nvPr>
            <p:ph type="subTitle"/>
          </p:nvPr>
        </p:nvSpPr>
        <p:spPr>
          <a:xfrm>
            <a:off x="296562" y="2856600"/>
            <a:ext cx="8229240" cy="1144800"/>
          </a:xfrm>
        </p:spPr>
        <p:txBody>
          <a:bodyPr/>
          <a:lstStyle/>
          <a:p>
            <a:r>
              <a:rPr lang="pt-BR" sz="3200" dirty="0">
                <a:solidFill>
                  <a:schemeClr val="accent1"/>
                </a:solidFill>
              </a:rPr>
              <a:t>Popularização da Computação Evolucionária</a:t>
            </a:r>
          </a:p>
        </p:txBody>
      </p:sp>
    </p:spTree>
    <p:extLst>
      <p:ext uri="{BB962C8B-B14F-4D97-AF65-F5344CB8AC3E}">
        <p14:creationId xmlns:p14="http://schemas.microsoft.com/office/powerpoint/2010/main" val="4092771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20B16-0139-5CF6-5D39-DDF6E8FE72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1A780D-FB72-7621-5312-A815D83DC94A}"/>
              </a:ext>
            </a:extLst>
          </p:cNvPr>
          <p:cNvSpPr>
            <a:spLocks noGrp="1"/>
          </p:cNvSpPr>
          <p:nvPr>
            <p:ph type="title"/>
          </p:nvPr>
        </p:nvSpPr>
        <p:spPr/>
        <p:txBody>
          <a:bodyPr/>
          <a:lstStyle/>
          <a:p>
            <a:r>
              <a:rPr lang="pt-BR" sz="3200" dirty="0">
                <a:solidFill>
                  <a:schemeClr val="tx2">
                    <a:lumMod val="40000"/>
                    <a:lumOff val="60000"/>
                  </a:schemeClr>
                </a:solidFill>
              </a:rPr>
              <a:t>Popularização da Computação Evolucionária</a:t>
            </a:r>
          </a:p>
        </p:txBody>
      </p:sp>
      <p:sp>
        <p:nvSpPr>
          <p:cNvPr id="6" name="Título 5">
            <a:extLst>
              <a:ext uri="{FF2B5EF4-FFF2-40B4-BE49-F238E27FC236}">
                <a16:creationId xmlns:a16="http://schemas.microsoft.com/office/drawing/2014/main" id="{928120A8-70AE-2F99-2DE4-2E0CA87F7D5C}"/>
              </a:ext>
            </a:extLst>
          </p:cNvPr>
          <p:cNvSpPr>
            <a:spLocks noGrp="1"/>
          </p:cNvSpPr>
          <p:nvPr>
            <p:ph type="title" idx="4294967295"/>
          </p:nvPr>
        </p:nvSpPr>
        <p:spPr>
          <a:xfrm>
            <a:off x="0" y="1417638"/>
            <a:ext cx="8229240" cy="4903787"/>
          </a:xfrm>
        </p:spPr>
        <p:txBody>
          <a:bodyPr anchor="t"/>
          <a:lstStyle/>
          <a:p>
            <a:pPr marL="285750" indent="-285750">
              <a:buFont typeface="Arial" panose="020B0604020202020204" pitchFamily="34" charset="0"/>
              <a:buChar char="•"/>
            </a:pPr>
            <a:r>
              <a:rPr lang="pt-BR" sz="1600" dirty="0"/>
              <a:t>Por enquanto, consideremos a evolução natural simplesmente da seguinte maneira:</a:t>
            </a:r>
            <a:br>
              <a:rPr lang="pt-BR" sz="1600" dirty="0"/>
            </a:br>
            <a:br>
              <a:rPr lang="pt-BR" sz="1600" dirty="0"/>
            </a:br>
            <a:r>
              <a:rPr lang="pt-BR" sz="1600" dirty="0"/>
              <a:t>Um ambiente dado é preenchido com uma </a:t>
            </a:r>
            <a:r>
              <a:rPr lang="pt-BR" sz="1600" dirty="0">
                <a:solidFill>
                  <a:schemeClr val="accent1"/>
                </a:solidFill>
              </a:rPr>
              <a:t>população de indivíduos </a:t>
            </a:r>
            <a:r>
              <a:rPr lang="pt-BR" sz="1600" dirty="0"/>
              <a:t>que lutam pela sobrevivência e reprodução. </a:t>
            </a:r>
            <a:br>
              <a:rPr lang="pt-BR" sz="1600" dirty="0"/>
            </a:br>
            <a:br>
              <a:rPr lang="pt-BR" sz="1600" dirty="0"/>
            </a:br>
            <a:r>
              <a:rPr lang="pt-BR" sz="1600" dirty="0"/>
              <a:t>O sucesso desses indivíduos é determinado pelo ambiente e está relacionado a quão bem eles conseguem </a:t>
            </a:r>
            <a:r>
              <a:rPr lang="pt-BR" sz="1600" dirty="0">
                <a:solidFill>
                  <a:schemeClr val="accent1"/>
                </a:solidFill>
              </a:rPr>
              <a:t>alcançar seus objetivos</a:t>
            </a:r>
            <a:r>
              <a:rPr lang="pt-BR" sz="1600" dirty="0"/>
              <a:t>. Em outras palavras, representa suas chances de sobrevivência e de se multiplicar. </a:t>
            </a:r>
            <a:br>
              <a:rPr lang="pt-BR" sz="1600" dirty="0"/>
            </a:br>
            <a:br>
              <a:rPr lang="pt-BR" sz="1600" dirty="0"/>
            </a:br>
            <a:r>
              <a:rPr lang="pt-BR" sz="1600" dirty="0"/>
              <a:t>Enquanto isso, no contexto de um processo estocástico de tentativa e erro (também conhecido como geração e teste) para resolver problemas, temos uma coleção de </a:t>
            </a:r>
            <a:r>
              <a:rPr lang="pt-BR" sz="1600" dirty="0">
                <a:solidFill>
                  <a:schemeClr val="accent1"/>
                </a:solidFill>
              </a:rPr>
              <a:t>soluções candidatas</a:t>
            </a:r>
            <a:r>
              <a:rPr lang="pt-BR" sz="1600" dirty="0"/>
              <a:t>. </a:t>
            </a:r>
            <a:br>
              <a:rPr lang="pt-BR" sz="1600" dirty="0"/>
            </a:br>
            <a:br>
              <a:rPr lang="pt-BR" sz="1600" dirty="0"/>
            </a:br>
            <a:r>
              <a:rPr lang="pt-BR" sz="1600" dirty="0"/>
              <a:t>Sua </a:t>
            </a:r>
            <a:r>
              <a:rPr lang="pt-BR" sz="1600" dirty="0">
                <a:solidFill>
                  <a:schemeClr val="accent1"/>
                </a:solidFill>
              </a:rPr>
              <a:t>qualidade</a:t>
            </a:r>
            <a:r>
              <a:rPr lang="pt-BR" sz="1600" dirty="0"/>
              <a:t> (ou seja, quão bem elas resolvem o problema) determina a chance de que sejam mantidas e usadas como sementes para construir novas soluções candidatas. </a:t>
            </a:r>
          </a:p>
        </p:txBody>
      </p:sp>
      <p:pic>
        <p:nvPicPr>
          <p:cNvPr id="5" name="Imagem 4">
            <a:extLst>
              <a:ext uri="{FF2B5EF4-FFF2-40B4-BE49-F238E27FC236}">
                <a16:creationId xmlns:a16="http://schemas.microsoft.com/office/drawing/2014/main" id="{05E50CAD-3580-E9BE-A88C-CF4BC0A491AE}"/>
              </a:ext>
            </a:extLst>
          </p:cNvPr>
          <p:cNvPicPr>
            <a:picLocks noChangeAspect="1"/>
          </p:cNvPicPr>
          <p:nvPr/>
        </p:nvPicPr>
        <p:blipFill>
          <a:blip r:embed="rId2"/>
          <a:stretch>
            <a:fillRect/>
          </a:stretch>
        </p:blipFill>
        <p:spPr>
          <a:xfrm>
            <a:off x="1974226" y="4664046"/>
            <a:ext cx="4696393" cy="1552632"/>
          </a:xfrm>
          <a:prstGeom prst="rect">
            <a:avLst/>
          </a:prstGeom>
        </p:spPr>
      </p:pic>
    </p:spTree>
    <p:extLst>
      <p:ext uri="{BB962C8B-B14F-4D97-AF65-F5344CB8AC3E}">
        <p14:creationId xmlns:p14="http://schemas.microsoft.com/office/powerpoint/2010/main" val="471882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76B5-3D7A-1992-0657-703EEB37BE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DD2639-B98A-8CC5-004C-6302ECC2E449}"/>
              </a:ext>
            </a:extLst>
          </p:cNvPr>
          <p:cNvSpPr>
            <a:spLocks noGrp="1"/>
          </p:cNvSpPr>
          <p:nvPr>
            <p:ph type="title"/>
          </p:nvPr>
        </p:nvSpPr>
        <p:spPr>
          <a:xfrm>
            <a:off x="0" y="438192"/>
            <a:ext cx="8229240" cy="1144800"/>
          </a:xfrm>
        </p:spPr>
        <p:txBody>
          <a:bodyPr/>
          <a:lstStyle/>
          <a:p>
            <a:r>
              <a:rPr lang="pt-BR" sz="3200" dirty="0">
                <a:solidFill>
                  <a:schemeClr val="tx2">
                    <a:lumMod val="40000"/>
                    <a:lumOff val="60000"/>
                  </a:schemeClr>
                </a:solidFill>
              </a:rPr>
              <a:t>Popularização da Computação Evolucionária</a:t>
            </a:r>
          </a:p>
        </p:txBody>
      </p:sp>
      <p:pic>
        <p:nvPicPr>
          <p:cNvPr id="12290" name="Picture 2" descr="Alan Turing: vidas pessoal, carreira e legado - Brasil Escola">
            <a:extLst>
              <a:ext uri="{FF2B5EF4-FFF2-40B4-BE49-F238E27FC236}">
                <a16:creationId xmlns:a16="http://schemas.microsoft.com/office/drawing/2014/main" id="{B6F291B8-2B28-0847-424C-1494DE34F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3220" y="2555596"/>
            <a:ext cx="1664355" cy="2265792"/>
          </a:xfrm>
          <a:prstGeom prst="rect">
            <a:avLst/>
          </a:prstGeom>
          <a:noFill/>
          <a:extLst>
            <a:ext uri="{909E8E84-426E-40DD-AFC4-6F175D3DCCD1}">
              <a14:hiddenFill xmlns:a14="http://schemas.microsoft.com/office/drawing/2010/main">
                <a:solidFill>
                  <a:srgbClr val="FFFFFF"/>
                </a:solidFill>
              </a14:hiddenFill>
            </a:ext>
          </a:extLst>
        </p:spPr>
      </p:pic>
      <p:sp>
        <p:nvSpPr>
          <p:cNvPr id="3" name="Espaço Reservado para Conteúdo 2">
            <a:extLst>
              <a:ext uri="{FF2B5EF4-FFF2-40B4-BE49-F238E27FC236}">
                <a16:creationId xmlns:a16="http://schemas.microsoft.com/office/drawing/2014/main" id="{68BBF384-03EE-D394-5C6B-F005DDD22192}"/>
              </a:ext>
            </a:extLst>
          </p:cNvPr>
          <p:cNvSpPr>
            <a:spLocks noGrp="1"/>
          </p:cNvSpPr>
          <p:nvPr>
            <p:ph/>
          </p:nvPr>
        </p:nvSpPr>
        <p:spPr>
          <a:xfrm>
            <a:off x="100584" y="1947672"/>
            <a:ext cx="6894576" cy="4347360"/>
          </a:xfrm>
        </p:spPr>
        <p:txBody>
          <a:bodyPr>
            <a:normAutofit/>
          </a:bodyPr>
          <a:lstStyle/>
          <a:p>
            <a:pPr algn="just"/>
            <a:r>
              <a:rPr lang="pt-BR" sz="1600" dirty="0"/>
              <a:t>Surpreendentemente, a ideia de aplicar os princípios darwinianos à resolução automatizada de problemas remonta aos anos </a:t>
            </a:r>
            <a:r>
              <a:rPr lang="pt-BR" sz="1600" dirty="0">
                <a:solidFill>
                  <a:schemeClr val="accent1"/>
                </a:solidFill>
              </a:rPr>
              <a:t>1940</a:t>
            </a:r>
            <a:r>
              <a:rPr lang="pt-BR" sz="1600" dirty="0"/>
              <a:t>, muito antes do avanço dos computadores. </a:t>
            </a:r>
          </a:p>
          <a:p>
            <a:pPr algn="just"/>
            <a:r>
              <a:rPr lang="pt-BR" sz="1600" dirty="0"/>
              <a:t>Já em 1948, </a:t>
            </a:r>
            <a:r>
              <a:rPr lang="pt-BR" sz="1600" dirty="0">
                <a:solidFill>
                  <a:schemeClr val="accent1"/>
                </a:solidFill>
              </a:rPr>
              <a:t>Turing</a:t>
            </a:r>
            <a:r>
              <a:rPr lang="pt-BR" sz="1600" dirty="0"/>
              <a:t> propôs a "busca genética ou evolutiva", e até 1962, </a:t>
            </a:r>
            <a:r>
              <a:rPr lang="pt-BR" sz="1600" dirty="0" err="1"/>
              <a:t>Bremermann</a:t>
            </a:r>
            <a:r>
              <a:rPr lang="pt-BR" sz="1600" dirty="0"/>
              <a:t> havia executado experimentos computacionais sobre "otimização através de evolução e recombinação".</a:t>
            </a:r>
          </a:p>
          <a:p>
            <a:pPr algn="just"/>
            <a:r>
              <a:rPr lang="pt-BR" sz="1600" dirty="0"/>
              <a:t>Durante a década de 1960, três implementações diferentes da ideia básica foram desenvolvidas em lugares distintos..</a:t>
            </a:r>
          </a:p>
          <a:p>
            <a:pPr algn="just"/>
            <a:r>
              <a:rPr lang="pt-BR" sz="1600" dirty="0"/>
              <a:t>Por cerca de 15 anos, essas áreas se desenvolveram separadamente; mas desde o início dos anos 1990, passaram a ser vistas como representantes diferentes (ou 'dialetos') de uma única tecnologia que veio a ser conhecida como computação evolucionária (CE).</a:t>
            </a:r>
          </a:p>
          <a:p>
            <a:endParaRPr lang="pt-BR" dirty="0"/>
          </a:p>
        </p:txBody>
      </p:sp>
    </p:spTree>
    <p:extLst>
      <p:ext uri="{BB962C8B-B14F-4D97-AF65-F5344CB8AC3E}">
        <p14:creationId xmlns:p14="http://schemas.microsoft.com/office/powerpoint/2010/main" val="4289724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23C3F8-F314-88DF-6396-09395CA592E6}"/>
              </a:ext>
            </a:extLst>
          </p:cNvPr>
          <p:cNvSpPr>
            <a:spLocks noGrp="1"/>
          </p:cNvSpPr>
          <p:nvPr>
            <p:ph type="title"/>
          </p:nvPr>
        </p:nvSpPr>
        <p:spPr>
          <a:xfrm>
            <a:off x="457200" y="496022"/>
            <a:ext cx="8229240" cy="1144800"/>
          </a:xfrm>
        </p:spPr>
        <p:txBody>
          <a:bodyPr/>
          <a:lstStyle/>
          <a:p>
            <a:r>
              <a:rPr lang="pt-BR" sz="4000" dirty="0">
                <a:solidFill>
                  <a:schemeClr val="accent1"/>
                </a:solidFill>
              </a:rPr>
              <a:t>Conclusão</a:t>
            </a:r>
            <a:endParaRPr lang="pt-BR" dirty="0">
              <a:solidFill>
                <a:schemeClr val="accent1"/>
              </a:solidFill>
            </a:endParaRPr>
          </a:p>
        </p:txBody>
      </p:sp>
      <p:sp>
        <p:nvSpPr>
          <p:cNvPr id="3" name="Subtítulo 2">
            <a:extLst>
              <a:ext uri="{FF2B5EF4-FFF2-40B4-BE49-F238E27FC236}">
                <a16:creationId xmlns:a16="http://schemas.microsoft.com/office/drawing/2014/main" id="{6E308DC2-ECE8-DC4B-51B2-05C5581E0F2B}"/>
              </a:ext>
            </a:extLst>
          </p:cNvPr>
          <p:cNvSpPr>
            <a:spLocks noGrp="1"/>
          </p:cNvSpPr>
          <p:nvPr>
            <p:ph type="subTitle"/>
          </p:nvPr>
        </p:nvSpPr>
        <p:spPr>
          <a:xfrm>
            <a:off x="457200" y="1950821"/>
            <a:ext cx="8229240" cy="1144800"/>
          </a:xfrm>
        </p:spPr>
        <p:txBody>
          <a:bodyPr anchor="t"/>
          <a:lstStyle/>
          <a:p>
            <a:pPr algn="just"/>
            <a:r>
              <a:rPr lang="pt-BR" sz="1800" dirty="0"/>
              <a:t>A Computação Evolucionária é hoje uma área de pesquisa estabelecida, com dezenas de livros especializados:</a:t>
            </a:r>
          </a:p>
          <a:p>
            <a:pPr algn="just"/>
            <a:endParaRPr lang="pt-BR" sz="1800" dirty="0"/>
          </a:p>
          <a:p>
            <a:pPr marL="285750" indent="-285750" algn="just">
              <a:buFont typeface="Arial" panose="020B0604020202020204" pitchFamily="34" charset="0"/>
              <a:buChar char="•"/>
            </a:pPr>
            <a:r>
              <a:rPr lang="pt-BR" sz="1600" dirty="0"/>
              <a:t>Periódicos Especializados:</a:t>
            </a:r>
          </a:p>
          <a:p>
            <a:pPr marL="285750" indent="-285750" algn="just">
              <a:buFont typeface="Arial" panose="020B0604020202020204" pitchFamily="34" charset="0"/>
              <a:buChar char="•"/>
            </a:pPr>
            <a:r>
              <a:rPr lang="pt-BR" sz="1600" dirty="0"/>
              <a:t>IEEE </a:t>
            </a:r>
            <a:r>
              <a:rPr lang="pt-BR" sz="1600" dirty="0" err="1"/>
              <a:t>Transactions</a:t>
            </a:r>
            <a:r>
              <a:rPr lang="pt-BR" sz="1600" dirty="0"/>
              <a:t> </a:t>
            </a:r>
            <a:r>
              <a:rPr lang="pt-BR" sz="1600" dirty="0" err="1"/>
              <a:t>on</a:t>
            </a:r>
            <a:r>
              <a:rPr lang="pt-BR" sz="1600" dirty="0"/>
              <a:t> </a:t>
            </a:r>
            <a:r>
              <a:rPr lang="pt-BR" sz="1600" dirty="0" err="1"/>
              <a:t>Evolutionary</a:t>
            </a:r>
            <a:r>
              <a:rPr lang="pt-BR" sz="1600" dirty="0"/>
              <a:t> </a:t>
            </a:r>
            <a:r>
              <a:rPr lang="pt-BR" sz="1600" dirty="0" err="1"/>
              <a:t>Computation</a:t>
            </a:r>
            <a:r>
              <a:rPr lang="pt-BR" sz="1600" dirty="0"/>
              <a:t>;</a:t>
            </a:r>
          </a:p>
          <a:p>
            <a:pPr marL="285750" indent="-285750" algn="just">
              <a:buFont typeface="Arial" panose="020B0604020202020204" pitchFamily="34" charset="0"/>
              <a:buChar char="•"/>
            </a:pPr>
            <a:r>
              <a:rPr lang="pt-BR" sz="1600" dirty="0"/>
              <a:t>MIT </a:t>
            </a:r>
            <a:r>
              <a:rPr lang="pt-BR" sz="1600" dirty="0" err="1"/>
              <a:t>Evolutionary</a:t>
            </a:r>
            <a:r>
              <a:rPr lang="pt-BR" sz="1600" dirty="0"/>
              <a:t> </a:t>
            </a:r>
            <a:r>
              <a:rPr lang="pt-BR" sz="1600" dirty="0" err="1"/>
              <a:t>Computation</a:t>
            </a:r>
            <a:r>
              <a:rPr lang="pt-BR" sz="1600" dirty="0"/>
              <a:t>;</a:t>
            </a:r>
          </a:p>
          <a:p>
            <a:pPr marL="285750" indent="-285750" algn="just">
              <a:buFont typeface="Arial" panose="020B0604020202020204" pitchFamily="34" charset="0"/>
              <a:buChar char="•"/>
            </a:pPr>
            <a:r>
              <a:rPr lang="pt-BR" sz="1600" dirty="0" err="1"/>
              <a:t>Genetic</a:t>
            </a:r>
            <a:r>
              <a:rPr lang="pt-BR" sz="1600" dirty="0"/>
              <a:t> </a:t>
            </a:r>
            <a:r>
              <a:rPr lang="pt-BR" sz="1600" dirty="0" err="1"/>
              <a:t>Programming</a:t>
            </a:r>
            <a:r>
              <a:rPr lang="pt-BR" sz="1600" dirty="0"/>
              <a:t> </a:t>
            </a:r>
            <a:r>
              <a:rPr lang="pt-BR" sz="1600" dirty="0" err="1"/>
              <a:t>and</a:t>
            </a:r>
            <a:r>
              <a:rPr lang="pt-BR" sz="1600" dirty="0"/>
              <a:t> </a:t>
            </a:r>
            <a:r>
              <a:rPr lang="pt-BR" sz="1600" dirty="0" err="1"/>
              <a:t>Evolvable</a:t>
            </a:r>
            <a:r>
              <a:rPr lang="pt-BR" sz="1600" dirty="0"/>
              <a:t> </a:t>
            </a:r>
            <a:r>
              <a:rPr lang="pt-BR" sz="1600" dirty="0" err="1"/>
              <a:t>Machines</a:t>
            </a:r>
            <a:r>
              <a:rPr lang="pt-BR" sz="1600" dirty="0"/>
              <a:t> (Springer);</a:t>
            </a:r>
          </a:p>
          <a:p>
            <a:pPr marL="285750" indent="-285750" algn="just">
              <a:buFont typeface="Arial" panose="020B0604020202020204" pitchFamily="34" charset="0"/>
              <a:buChar char="•"/>
            </a:pPr>
            <a:r>
              <a:rPr lang="pt-BR" sz="1600" dirty="0"/>
              <a:t>Natural </a:t>
            </a:r>
            <a:r>
              <a:rPr lang="pt-BR" sz="1600" dirty="0" err="1"/>
              <a:t>Computation</a:t>
            </a:r>
            <a:r>
              <a:rPr lang="pt-BR" sz="1600" dirty="0"/>
              <a:t> (Springer);</a:t>
            </a:r>
          </a:p>
          <a:p>
            <a:pPr marL="285750" indent="-285750" algn="just">
              <a:buFont typeface="Arial" panose="020B0604020202020204" pitchFamily="34" charset="0"/>
              <a:buChar char="•"/>
            </a:pPr>
            <a:r>
              <a:rPr lang="pt-BR" sz="1600" dirty="0" err="1"/>
              <a:t>International</a:t>
            </a:r>
            <a:r>
              <a:rPr lang="pt-BR" sz="1600" dirty="0"/>
              <a:t> </a:t>
            </a:r>
            <a:r>
              <a:rPr lang="pt-BR" sz="1600" dirty="0" err="1"/>
              <a:t>Journal</a:t>
            </a:r>
            <a:r>
              <a:rPr lang="pt-BR" sz="1600" dirty="0"/>
              <a:t> </a:t>
            </a:r>
            <a:r>
              <a:rPr lang="pt-BR" sz="1600" dirty="0" err="1"/>
              <a:t>of</a:t>
            </a:r>
            <a:r>
              <a:rPr lang="pt-BR" sz="1600" dirty="0"/>
              <a:t> Natural </a:t>
            </a:r>
            <a:r>
              <a:rPr lang="pt-BR" sz="1600" dirty="0" err="1"/>
              <a:t>Computing</a:t>
            </a:r>
            <a:r>
              <a:rPr lang="pt-BR" sz="1600" dirty="0"/>
              <a:t> (2010);</a:t>
            </a:r>
          </a:p>
          <a:p>
            <a:pPr marL="285750" indent="-285750" algn="just">
              <a:buFont typeface="Arial" panose="020B0604020202020204" pitchFamily="34" charset="0"/>
              <a:buChar char="•"/>
            </a:pPr>
            <a:r>
              <a:rPr lang="pt-BR" sz="1600" dirty="0" err="1"/>
              <a:t>International</a:t>
            </a:r>
            <a:r>
              <a:rPr lang="pt-BR" sz="1600" dirty="0"/>
              <a:t> </a:t>
            </a:r>
            <a:r>
              <a:rPr lang="pt-BR" sz="1600" dirty="0" err="1"/>
              <a:t>Journal</a:t>
            </a:r>
            <a:r>
              <a:rPr lang="pt-BR" sz="1600" dirty="0"/>
              <a:t> </a:t>
            </a:r>
            <a:r>
              <a:rPr lang="pt-BR" sz="1600" dirty="0" err="1"/>
              <a:t>of</a:t>
            </a:r>
            <a:r>
              <a:rPr lang="pt-BR" sz="1600" dirty="0"/>
              <a:t> Applied </a:t>
            </a:r>
            <a:r>
              <a:rPr lang="pt-BR" sz="1600" dirty="0" err="1"/>
              <a:t>Evolutionary</a:t>
            </a:r>
            <a:r>
              <a:rPr lang="pt-BR" sz="1600" dirty="0"/>
              <a:t> </a:t>
            </a:r>
            <a:r>
              <a:rPr lang="pt-BR" sz="1600" dirty="0" err="1"/>
              <a:t>Computation</a:t>
            </a:r>
            <a:r>
              <a:rPr lang="pt-BR" sz="1600" dirty="0"/>
              <a:t> (2010);</a:t>
            </a:r>
          </a:p>
          <a:p>
            <a:pPr marL="285750" indent="-285750" algn="just">
              <a:buFont typeface="Arial" panose="020B0604020202020204" pitchFamily="34" charset="0"/>
              <a:buChar char="•"/>
            </a:pPr>
            <a:endParaRPr lang="pt-BR" sz="1600" dirty="0"/>
          </a:p>
          <a:p>
            <a:r>
              <a:rPr lang="pt-BR" sz="1800" dirty="0"/>
              <a:t>De modo geral, a computação evolucionária usa a teoria da evolução para resolver problemas de otimização reais.</a:t>
            </a:r>
          </a:p>
          <a:p>
            <a:endParaRPr lang="pt-BR" sz="1800" dirty="0"/>
          </a:p>
          <a:p>
            <a:r>
              <a:rPr lang="pt-BR" sz="1800" dirty="0"/>
              <a:t>Na próxima aula veremos mais a fundo como esses algoritmos funcionam!</a:t>
            </a:r>
          </a:p>
          <a:p>
            <a:pPr algn="just"/>
            <a:endParaRPr lang="pt-BR" sz="1800" dirty="0"/>
          </a:p>
          <a:p>
            <a:pPr algn="just"/>
            <a:endParaRPr lang="pt-BR" sz="1800" dirty="0"/>
          </a:p>
        </p:txBody>
      </p:sp>
    </p:spTree>
    <p:extLst>
      <p:ext uri="{BB962C8B-B14F-4D97-AF65-F5344CB8AC3E}">
        <p14:creationId xmlns:p14="http://schemas.microsoft.com/office/powerpoint/2010/main" val="3242575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4C22E-1FE4-430D-56E0-DF3E7D57E3C9}"/>
            </a:ext>
          </a:extLst>
        </p:cNvPr>
        <p:cNvGrpSpPr/>
        <p:nvPr/>
      </p:nvGrpSpPr>
      <p:grpSpPr>
        <a:xfrm>
          <a:off x="0" y="0"/>
          <a:ext cx="0" cy="0"/>
          <a:chOff x="0" y="0"/>
          <a:chExt cx="0" cy="0"/>
        </a:xfrm>
      </p:grpSpPr>
      <p:sp>
        <p:nvSpPr>
          <p:cNvPr id="89" name="Retângulo 88">
            <a:extLst>
              <a:ext uri="{FF2B5EF4-FFF2-40B4-BE49-F238E27FC236}">
                <a16:creationId xmlns:a16="http://schemas.microsoft.com/office/drawing/2014/main" id="{77B7B254-C6D6-AA10-6F7C-B799F62F0715}"/>
              </a:ext>
            </a:extLst>
          </p:cNvPr>
          <p:cNvSpPr/>
          <p:nvPr/>
        </p:nvSpPr>
        <p:spPr>
          <a:xfrm>
            <a:off x="685800" y="754200"/>
            <a:ext cx="7771320" cy="65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3200" b="0" strike="noStrike" spc="-1" dirty="0">
                <a:solidFill>
                  <a:schemeClr val="tx2">
                    <a:lumMod val="40000"/>
                    <a:lumOff val="60000"/>
                  </a:schemeClr>
                </a:solidFill>
                <a:latin typeface="Arial"/>
                <a:ea typeface="DejaVu Sans"/>
              </a:rPr>
              <a:t>Referências</a:t>
            </a:r>
            <a:endParaRPr lang="pt-BR" sz="3200" b="0" strike="noStrike" spc="-1" dirty="0">
              <a:solidFill>
                <a:schemeClr val="tx2">
                  <a:lumMod val="40000"/>
                  <a:lumOff val="60000"/>
                </a:schemeClr>
              </a:solidFill>
              <a:latin typeface="Arial"/>
            </a:endParaRPr>
          </a:p>
        </p:txBody>
      </p:sp>
      <p:sp>
        <p:nvSpPr>
          <p:cNvPr id="90" name="Retângulo 89">
            <a:extLst>
              <a:ext uri="{FF2B5EF4-FFF2-40B4-BE49-F238E27FC236}">
                <a16:creationId xmlns:a16="http://schemas.microsoft.com/office/drawing/2014/main" id="{811516D9-AB0A-EEBA-7DE2-B8CBBECCB4BE}"/>
              </a:ext>
            </a:extLst>
          </p:cNvPr>
          <p:cNvSpPr/>
          <p:nvPr/>
        </p:nvSpPr>
        <p:spPr>
          <a:xfrm>
            <a:off x="240030" y="1699920"/>
            <a:ext cx="8801100" cy="4982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342720" indent="-342000">
              <a:lnSpc>
                <a:spcPct val="100000"/>
              </a:lnSpc>
              <a:spcBef>
                <a:spcPts val="799"/>
              </a:spcBef>
              <a:buClr>
                <a:srgbClr val="000000"/>
              </a:buClr>
              <a:buSzPct val="85000"/>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pt-BR" sz="2000" b="0" strike="noStrike" spc="-1" dirty="0">
              <a:solidFill>
                <a:srgbClr val="000000"/>
              </a:solidFill>
              <a:latin typeface="Arial"/>
            </a:endParaRPr>
          </a:p>
        </p:txBody>
      </p:sp>
      <p:pic>
        <p:nvPicPr>
          <p:cNvPr id="91" name="Imagem 4">
            <a:extLst>
              <a:ext uri="{FF2B5EF4-FFF2-40B4-BE49-F238E27FC236}">
                <a16:creationId xmlns:a16="http://schemas.microsoft.com/office/drawing/2014/main" id="{3FFE9D77-9711-03F7-C0CD-04FA7CE82916}"/>
              </a:ext>
            </a:extLst>
          </p:cNvPr>
          <p:cNvPicPr/>
          <p:nvPr/>
        </p:nvPicPr>
        <p:blipFill>
          <a:blip r:embed="rId2"/>
          <a:stretch/>
        </p:blipFill>
        <p:spPr>
          <a:xfrm>
            <a:off x="114480" y="6681960"/>
            <a:ext cx="1141920" cy="176400"/>
          </a:xfrm>
          <a:prstGeom prst="rect">
            <a:avLst/>
          </a:prstGeom>
          <a:ln w="0">
            <a:noFill/>
          </a:ln>
        </p:spPr>
      </p:pic>
      <p:sp>
        <p:nvSpPr>
          <p:cNvPr id="2" name="CaixaDeTexto 1">
            <a:extLst>
              <a:ext uri="{FF2B5EF4-FFF2-40B4-BE49-F238E27FC236}">
                <a16:creationId xmlns:a16="http://schemas.microsoft.com/office/drawing/2014/main" id="{B9C54C2F-B8E8-213A-A97F-AAD331EBB243}"/>
              </a:ext>
            </a:extLst>
          </p:cNvPr>
          <p:cNvSpPr txBox="1"/>
          <p:nvPr/>
        </p:nvSpPr>
        <p:spPr>
          <a:xfrm>
            <a:off x="1" y="1649219"/>
            <a:ext cx="8801100" cy="2667397"/>
          </a:xfrm>
          <a:prstGeom prst="rect">
            <a:avLst/>
          </a:prstGeom>
          <a:noFill/>
        </p:spPr>
        <p:txBody>
          <a:bodyPr wrap="square" rtlCol="0">
            <a:spAutoFit/>
          </a:bodyPr>
          <a:lstStyle/>
          <a:p>
            <a:pPr marL="533400" marR="0" lvl="1" algn="just" rtl="0">
              <a:spcBef>
                <a:spcPts val="1414"/>
              </a:spcBef>
              <a:spcAft>
                <a:spcPts val="0"/>
              </a:spcAft>
              <a:buSzPct val="100000"/>
            </a:pPr>
            <a:r>
              <a:rPr lang="en-US" sz="1800" b="0" i="0" u="none" strike="noStrike" dirty="0">
                <a:latin typeface="Arial"/>
                <a:ea typeface="Arial"/>
                <a:cs typeface="Arial"/>
                <a:sym typeface="Arial"/>
              </a:rPr>
              <a:t>CUNHA, TAKAHASHI AND ANTUNES. Manual de </a:t>
            </a:r>
            <a:r>
              <a:rPr lang="en-US" sz="1800" b="0" i="0" u="none" strike="noStrike" dirty="0" err="1">
                <a:latin typeface="Arial"/>
                <a:ea typeface="Arial"/>
                <a:cs typeface="Arial"/>
                <a:sym typeface="Arial"/>
              </a:rPr>
              <a:t>C</a:t>
            </a:r>
            <a:r>
              <a:rPr lang="en-US" sz="1800" dirty="0" err="1"/>
              <a:t>omputaçao</a:t>
            </a:r>
            <a:r>
              <a:rPr lang="en-US" dirty="0"/>
              <a:t> </a:t>
            </a:r>
            <a:r>
              <a:rPr lang="en-US" sz="1800" dirty="0" err="1"/>
              <a:t>Evolutiva</a:t>
            </a:r>
            <a:r>
              <a:rPr lang="en-US" sz="1800" dirty="0"/>
              <a:t> e </a:t>
            </a:r>
            <a:r>
              <a:rPr lang="en-US" sz="1800" b="0" i="0" u="none" strike="noStrike" dirty="0" err="1">
                <a:latin typeface="Arial"/>
                <a:ea typeface="Arial"/>
                <a:cs typeface="Arial"/>
                <a:sym typeface="Arial"/>
              </a:rPr>
              <a:t>Metaheurística</a:t>
            </a:r>
            <a:r>
              <a:rPr lang="en-US" sz="1800" b="0" i="0" u="none" strike="noStrike" dirty="0">
                <a:latin typeface="Arial"/>
                <a:ea typeface="Arial"/>
                <a:cs typeface="Arial"/>
                <a:sym typeface="Arial"/>
              </a:rPr>
              <a:t>. </a:t>
            </a:r>
            <a:endParaRPr lang="en-US" b="1" dirty="0">
              <a:latin typeface="Arial"/>
              <a:ea typeface="Arial"/>
              <a:cs typeface="Arial"/>
              <a:sym typeface="Arial"/>
            </a:endParaRPr>
          </a:p>
          <a:p>
            <a:pPr marL="533400" marR="0" lvl="1" algn="just" rtl="0">
              <a:spcBef>
                <a:spcPts val="1414"/>
              </a:spcBef>
              <a:spcAft>
                <a:spcPts val="0"/>
              </a:spcAft>
              <a:buSzPct val="100000"/>
            </a:pPr>
            <a:r>
              <a:rPr lang="en-US" sz="1800" b="0" i="0" u="none" strike="noStrike" dirty="0">
                <a:latin typeface="Arial"/>
                <a:ea typeface="Arial"/>
                <a:cs typeface="Arial"/>
                <a:sym typeface="Arial"/>
              </a:rPr>
              <a:t>A.E. EIBEN, J.E. SMITH. Introduction to Evolutionary Computing (Natural Computing Series), Springer;</a:t>
            </a:r>
          </a:p>
          <a:p>
            <a:pPr marL="533400" marR="0" lvl="1" algn="just" rtl="0">
              <a:spcBef>
                <a:spcPts val="1414"/>
              </a:spcBef>
              <a:spcAft>
                <a:spcPts val="0"/>
              </a:spcAft>
              <a:buSzPct val="100000"/>
            </a:pPr>
            <a:r>
              <a:rPr lang="pt-BR" b="0" i="0" dirty="0" err="1">
                <a:effectLst/>
                <a:latin typeface="-apple-system"/>
              </a:rPr>
              <a:t>Kruse</a:t>
            </a:r>
            <a:r>
              <a:rPr lang="pt-BR" b="0" i="0" dirty="0">
                <a:effectLst/>
                <a:latin typeface="-apple-system"/>
              </a:rPr>
              <a:t>, R., </a:t>
            </a:r>
            <a:r>
              <a:rPr lang="pt-BR" b="0" i="0" dirty="0" err="1">
                <a:effectLst/>
                <a:latin typeface="-apple-system"/>
              </a:rPr>
              <a:t>Mostaghim</a:t>
            </a:r>
            <a:r>
              <a:rPr lang="pt-BR" b="0" i="0" dirty="0">
                <a:effectLst/>
                <a:latin typeface="-apple-system"/>
              </a:rPr>
              <a:t>, S., </a:t>
            </a:r>
            <a:r>
              <a:rPr lang="pt-BR" b="0" i="0" dirty="0" err="1">
                <a:effectLst/>
                <a:latin typeface="-apple-system"/>
              </a:rPr>
              <a:t>Borgelt</a:t>
            </a:r>
            <a:r>
              <a:rPr lang="pt-BR" b="0" i="0" dirty="0">
                <a:effectLst/>
                <a:latin typeface="-apple-system"/>
              </a:rPr>
              <a:t>, C., Braune, C., </a:t>
            </a:r>
            <a:r>
              <a:rPr lang="pt-BR" b="0" i="0" dirty="0" err="1">
                <a:effectLst/>
                <a:latin typeface="-apple-system"/>
              </a:rPr>
              <a:t>Steinbrecher</a:t>
            </a:r>
            <a:r>
              <a:rPr lang="pt-BR" b="0" i="0" dirty="0">
                <a:effectLst/>
                <a:latin typeface="-apple-system"/>
              </a:rPr>
              <a:t>, M. (2022). </a:t>
            </a:r>
            <a:r>
              <a:rPr lang="pt-BR" b="1" i="0" dirty="0" err="1">
                <a:effectLst/>
                <a:latin typeface="-apple-system"/>
              </a:rPr>
              <a:t>Introduction</a:t>
            </a:r>
            <a:r>
              <a:rPr lang="pt-BR" b="1" i="0" dirty="0">
                <a:effectLst/>
                <a:latin typeface="-apple-system"/>
              </a:rPr>
              <a:t> </a:t>
            </a:r>
            <a:r>
              <a:rPr lang="pt-BR" b="1" i="0" dirty="0" err="1">
                <a:effectLst/>
                <a:latin typeface="-apple-system"/>
              </a:rPr>
              <a:t>to</a:t>
            </a:r>
            <a:r>
              <a:rPr lang="pt-BR" b="1" i="0" dirty="0">
                <a:effectLst/>
                <a:latin typeface="-apple-system"/>
              </a:rPr>
              <a:t> </a:t>
            </a:r>
            <a:r>
              <a:rPr lang="pt-BR" b="1" i="0" dirty="0" err="1">
                <a:effectLst/>
                <a:latin typeface="-apple-system"/>
              </a:rPr>
              <a:t>Evolutionary</a:t>
            </a:r>
            <a:r>
              <a:rPr lang="pt-BR" b="1" i="0" dirty="0">
                <a:effectLst/>
                <a:latin typeface="-apple-system"/>
              </a:rPr>
              <a:t> </a:t>
            </a:r>
            <a:r>
              <a:rPr lang="pt-BR" b="1" i="0" dirty="0" err="1">
                <a:effectLst/>
                <a:latin typeface="-apple-system"/>
              </a:rPr>
              <a:t>Algorithm</a:t>
            </a:r>
            <a:r>
              <a:rPr lang="pt-BR" b="0" i="0" dirty="0" err="1">
                <a:effectLst/>
                <a:latin typeface="-apple-system"/>
              </a:rPr>
              <a:t>s</a:t>
            </a:r>
            <a:r>
              <a:rPr lang="pt-BR" b="0" i="0" dirty="0">
                <a:effectLst/>
                <a:latin typeface="-apple-system"/>
              </a:rPr>
              <a:t>. In: </a:t>
            </a:r>
            <a:r>
              <a:rPr lang="pt-BR" b="0" i="0" dirty="0" err="1">
                <a:effectLst/>
                <a:latin typeface="-apple-system"/>
              </a:rPr>
              <a:t>Computational</a:t>
            </a:r>
            <a:r>
              <a:rPr lang="pt-BR" b="0" i="0" dirty="0">
                <a:effectLst/>
                <a:latin typeface="-apple-system"/>
              </a:rPr>
              <a:t> </a:t>
            </a:r>
            <a:r>
              <a:rPr lang="pt-BR" b="0" i="0" dirty="0" err="1">
                <a:effectLst/>
                <a:latin typeface="-apple-system"/>
              </a:rPr>
              <a:t>Intelligence</a:t>
            </a:r>
            <a:r>
              <a:rPr lang="pt-BR" b="0" i="0" dirty="0">
                <a:effectLst/>
                <a:latin typeface="-apple-system"/>
              </a:rPr>
              <a:t>. </a:t>
            </a:r>
            <a:r>
              <a:rPr lang="pt-BR" b="0" i="0" dirty="0" err="1">
                <a:effectLst/>
                <a:latin typeface="-apple-system"/>
              </a:rPr>
              <a:t>Texts</a:t>
            </a:r>
            <a:r>
              <a:rPr lang="pt-BR" b="0" i="0" dirty="0">
                <a:effectLst/>
                <a:latin typeface="-apple-system"/>
              </a:rPr>
              <a:t> in Computer Science. Springer, </a:t>
            </a:r>
            <a:r>
              <a:rPr lang="pt-BR" b="0" i="0" dirty="0" err="1">
                <a:effectLst/>
                <a:latin typeface="-apple-system"/>
              </a:rPr>
              <a:t>Cham</a:t>
            </a:r>
            <a:r>
              <a:rPr lang="pt-BR" b="0" i="0" dirty="0">
                <a:effectLst/>
                <a:latin typeface="-apple-system"/>
              </a:rPr>
              <a:t>. https://doi.org/10.1007/978-3-030-42227-1_11</a:t>
            </a:r>
            <a:endParaRPr lang="en-US" sz="1800" b="1" i="0" u="none" strike="noStrike" dirty="0">
              <a:latin typeface="Arial"/>
              <a:ea typeface="Arial"/>
              <a:cs typeface="Arial"/>
              <a:sym typeface="Arial"/>
            </a:endParaRPr>
          </a:p>
          <a:p>
            <a:endParaRPr lang="pt-BR" dirty="0"/>
          </a:p>
        </p:txBody>
      </p:sp>
    </p:spTree>
    <p:extLst>
      <p:ext uri="{BB962C8B-B14F-4D97-AF65-F5344CB8AC3E}">
        <p14:creationId xmlns:p14="http://schemas.microsoft.com/office/powerpoint/2010/main" val="1964011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21DD2-6908-E029-1EB7-DF2003D2F1B9}"/>
            </a:ext>
          </a:extLst>
        </p:cNvPr>
        <p:cNvGrpSpPr/>
        <p:nvPr/>
      </p:nvGrpSpPr>
      <p:grpSpPr>
        <a:xfrm>
          <a:off x="0" y="0"/>
          <a:ext cx="0" cy="0"/>
          <a:chOff x="0" y="0"/>
          <a:chExt cx="0" cy="0"/>
        </a:xfrm>
      </p:grpSpPr>
      <p:sp>
        <p:nvSpPr>
          <p:cNvPr id="89" name="Retângulo 88">
            <a:extLst>
              <a:ext uri="{FF2B5EF4-FFF2-40B4-BE49-F238E27FC236}">
                <a16:creationId xmlns:a16="http://schemas.microsoft.com/office/drawing/2014/main" id="{3B09FD3C-8BA4-474F-02FD-417355CE40D9}"/>
              </a:ext>
            </a:extLst>
          </p:cNvPr>
          <p:cNvSpPr/>
          <p:nvPr/>
        </p:nvSpPr>
        <p:spPr>
          <a:xfrm>
            <a:off x="685800" y="754200"/>
            <a:ext cx="7771320" cy="65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pt-BR" sz="3200" b="0" strike="noStrike" spc="-1" dirty="0">
                <a:solidFill>
                  <a:schemeClr val="tx2">
                    <a:lumMod val="40000"/>
                    <a:lumOff val="60000"/>
                  </a:schemeClr>
                </a:solidFill>
                <a:latin typeface="Arial"/>
              </a:rPr>
              <a:t>Dúvidas?</a:t>
            </a:r>
          </a:p>
        </p:txBody>
      </p:sp>
      <p:sp>
        <p:nvSpPr>
          <p:cNvPr id="90" name="Retângulo 89">
            <a:extLst>
              <a:ext uri="{FF2B5EF4-FFF2-40B4-BE49-F238E27FC236}">
                <a16:creationId xmlns:a16="http://schemas.microsoft.com/office/drawing/2014/main" id="{E381B8BD-CC83-B569-02E6-DCB2D748C09C}"/>
              </a:ext>
            </a:extLst>
          </p:cNvPr>
          <p:cNvSpPr/>
          <p:nvPr/>
        </p:nvSpPr>
        <p:spPr>
          <a:xfrm>
            <a:off x="240030" y="1699920"/>
            <a:ext cx="8801100" cy="4982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marL="342720" indent="-342000">
              <a:lnSpc>
                <a:spcPct val="100000"/>
              </a:lnSpc>
              <a:spcBef>
                <a:spcPts val="799"/>
              </a:spcBef>
              <a:buClr>
                <a:srgbClr val="000000"/>
              </a:buClr>
              <a:buSzPct val="85000"/>
              <a:buFont typeface="Times New Roman"/>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pt-BR" sz="2000" b="0" strike="noStrike" spc="-1" dirty="0">
              <a:solidFill>
                <a:srgbClr val="000000"/>
              </a:solidFill>
              <a:latin typeface="Arial"/>
            </a:endParaRPr>
          </a:p>
        </p:txBody>
      </p:sp>
      <p:pic>
        <p:nvPicPr>
          <p:cNvPr id="91" name="Imagem 4">
            <a:extLst>
              <a:ext uri="{FF2B5EF4-FFF2-40B4-BE49-F238E27FC236}">
                <a16:creationId xmlns:a16="http://schemas.microsoft.com/office/drawing/2014/main" id="{3C5C6FB3-1E08-8346-5933-B4D79F450659}"/>
              </a:ext>
            </a:extLst>
          </p:cNvPr>
          <p:cNvPicPr/>
          <p:nvPr/>
        </p:nvPicPr>
        <p:blipFill>
          <a:blip r:embed="rId2"/>
          <a:stretch/>
        </p:blipFill>
        <p:spPr>
          <a:xfrm>
            <a:off x="114480" y="6681960"/>
            <a:ext cx="1141920" cy="176400"/>
          </a:xfrm>
          <a:prstGeom prst="rect">
            <a:avLst/>
          </a:prstGeom>
          <a:ln w="0">
            <a:noFill/>
          </a:ln>
        </p:spPr>
      </p:pic>
      <p:sp>
        <p:nvSpPr>
          <p:cNvPr id="2" name="Subtítulo 1">
            <a:extLst>
              <a:ext uri="{FF2B5EF4-FFF2-40B4-BE49-F238E27FC236}">
                <a16:creationId xmlns:a16="http://schemas.microsoft.com/office/drawing/2014/main" id="{1E181EAC-6531-6A68-A88D-63E222147E2C}"/>
              </a:ext>
            </a:extLst>
          </p:cNvPr>
          <p:cNvSpPr>
            <a:spLocks noGrp="1"/>
          </p:cNvSpPr>
          <p:nvPr>
            <p:ph type="subTitle"/>
          </p:nvPr>
        </p:nvSpPr>
        <p:spPr>
          <a:xfrm>
            <a:off x="365760" y="1699920"/>
            <a:ext cx="8229240" cy="4362120"/>
          </a:xfrm>
        </p:spPr>
        <p:txBody>
          <a:bodyPr/>
          <a:lstStyle/>
          <a:p>
            <a:r>
              <a:rPr lang="pt-BR" dirty="0"/>
              <a:t>gabrielanuneslopes@ufmg.br</a:t>
            </a:r>
          </a:p>
          <a:p>
            <a:r>
              <a:rPr lang="pt-BR" dirty="0"/>
              <a:t>Gabriela Nunes Lopes</a:t>
            </a:r>
          </a:p>
        </p:txBody>
      </p:sp>
    </p:spTree>
    <p:extLst>
      <p:ext uri="{BB962C8B-B14F-4D97-AF65-F5344CB8AC3E}">
        <p14:creationId xmlns:p14="http://schemas.microsoft.com/office/powerpoint/2010/main" val="154591691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7430</TotalTime>
  <Words>2203</Words>
  <Application>Microsoft Office PowerPoint</Application>
  <PresentationFormat>Apresentação na tela (4:3)</PresentationFormat>
  <Paragraphs>137</Paragraphs>
  <Slides>28</Slides>
  <Notes>1</Notes>
  <HiddenSlides>0</HiddenSlides>
  <MMClips>0</MMClips>
  <ScaleCrop>false</ScaleCrop>
  <HeadingPairs>
    <vt:vector size="6" baseType="variant">
      <vt:variant>
        <vt:lpstr>Fontes usadas</vt:lpstr>
      </vt:variant>
      <vt:variant>
        <vt:i4>6</vt:i4>
      </vt:variant>
      <vt:variant>
        <vt:lpstr>Tema</vt:lpstr>
      </vt:variant>
      <vt:variant>
        <vt:i4>2</vt:i4>
      </vt:variant>
      <vt:variant>
        <vt:lpstr>Títulos de slides</vt:lpstr>
      </vt:variant>
      <vt:variant>
        <vt:i4>28</vt:i4>
      </vt:variant>
    </vt:vector>
  </HeadingPairs>
  <TitlesOfParts>
    <vt:vector size="36" baseType="lpstr">
      <vt:lpstr>-apple-system</vt:lpstr>
      <vt:lpstr>Arial</vt:lpstr>
      <vt:lpstr>Noto Sans Symbols</vt:lpstr>
      <vt:lpstr>Symbol</vt:lpstr>
      <vt:lpstr>Times New Roman</vt:lpstr>
      <vt:lpstr>Wingdings</vt:lpstr>
      <vt:lpstr>Office Theme</vt:lpstr>
      <vt:lpstr>Office Theme</vt:lpstr>
      <vt:lpstr>Apresentação do PowerPoint</vt:lpstr>
      <vt:lpstr>Conteúdo </vt:lpstr>
      <vt:lpstr>Apresentação do PowerPoint</vt:lpstr>
      <vt:lpstr>Motivação </vt:lpstr>
      <vt:lpstr>Motivação </vt:lpstr>
      <vt:lpstr>Motivação </vt:lpstr>
      <vt:lpstr>Motivação </vt:lpstr>
      <vt:lpstr>Motivação </vt:lpstr>
      <vt:lpstr>Motivação – Exemplo 1 </vt:lpstr>
      <vt:lpstr>Motivação – Exemplo 2 </vt:lpstr>
      <vt:lpstr>Motivação - Exemplo 2</vt:lpstr>
      <vt:lpstr>Motivação </vt:lpstr>
      <vt:lpstr>Motivação </vt:lpstr>
      <vt:lpstr>Motivação </vt:lpstr>
      <vt:lpstr>Motivação </vt:lpstr>
      <vt:lpstr>Motivação </vt:lpstr>
      <vt:lpstr>Apresentação do PowerPoint</vt:lpstr>
      <vt:lpstr>Aplicações da Computação Evolucionária </vt:lpstr>
      <vt:lpstr>Aplicações da Computação Evolucionária </vt:lpstr>
      <vt:lpstr>Aplicações da Computação Evolucionária </vt:lpstr>
      <vt:lpstr>Aplicações da Computação Evolucionária </vt:lpstr>
      <vt:lpstr>Bons trabalhos de outros alunos</vt:lpstr>
      <vt:lpstr>Apresentação do PowerPoint</vt:lpstr>
      <vt:lpstr>Popularização da Computação Evolucionária</vt:lpstr>
      <vt:lpstr>Popularização da Computação Evolucionária</vt:lpstr>
      <vt:lpstr>Conclusão</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Introdução à Engenharia de Software</dc:title>
  <dc:subject/>
  <dc:creator>CAR</dc:creator>
  <dc:description/>
  <cp:lastModifiedBy>Gabriela Nunes Lopes</cp:lastModifiedBy>
  <cp:revision>203</cp:revision>
  <dcterms:created xsi:type="dcterms:W3CDTF">2005-10-19T04:42:53Z</dcterms:created>
  <dcterms:modified xsi:type="dcterms:W3CDTF">2025-08-21T16:24:19Z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1</vt:i4>
  </property>
  <property fmtid="{D5CDD505-2E9C-101B-9397-08002B2CF9AE}" pid="4" name="PresentationFormat">
    <vt:lpwstr>Apresentação na tela (4:3)</vt:lpwstr>
  </property>
  <property fmtid="{D5CDD505-2E9C-101B-9397-08002B2CF9AE}" pid="5" name="Slides">
    <vt:i4>7</vt:i4>
  </property>
</Properties>
</file>